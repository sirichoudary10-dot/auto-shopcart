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256" r:id="rId2"/>
  </p:sldIdLst>
  <p:sldSz cx="13398500" cy="20104100"/>
  <p:notesSz cx="13398500" cy="20104100"/>
  <p:defaultTextStyle>
    <a:defPPr>
      <a:defRPr kern="0"/>
    </a:defPPr>
  </p:defaultTextStyle>
  <p:extLst>
    <p:ext uri="{EFAFB233-063F-42B5-8137-9DF3F51BA10A}">
      <p15:sldGuideLst xmlns:p15="http://schemas.microsoft.com/office/powerpoint/2012/main">
        <p15:guide id="1" orient="horz" pos="2880" userDrawn="1">
          <p15:clr>
            <a:srgbClr val="A4A3A4"/>
          </p15:clr>
        </p15:guide>
        <p15:guide id="2" pos="216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99A6D0E0-2F35-4A92-8531-EE9EEA7F8F66}" v="2" dt="2025-05-22T13:22:10.576"/>
  </p1510:revLst>
</p1510:revInfo>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无样式，无网格">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27" d="100"/>
          <a:sy n="27" d="100"/>
        </p:scale>
        <p:origin x="2702" y="48"/>
      </p:cViewPr>
      <p:guideLst>
        <p:guide orient="horz" pos="2880"/>
        <p:guide pos="2160"/>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3" Type="http://schemas.openxmlformats.org/officeDocument/2006/relationships/presProps" Target="presProps.xml"/><Relationship Id="rId7" Type="http://schemas.microsoft.com/office/2015/10/relationships/revisionInfo" Target="revisionInfo.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tableStyles" Target="tableStyles.xml"/><Relationship Id="rId5" Type="http://schemas.openxmlformats.org/officeDocument/2006/relationships/theme" Target="theme/theme1.xml"/><Relationship Id="rId4"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1005363" y="6232271"/>
            <a:ext cx="11394123" cy="4221861"/>
          </a:xfrm>
          <a:prstGeom prst="rect">
            <a:avLst/>
          </a:prstGeom>
        </p:spPr>
        <p:txBody>
          <a:bodyPr wrap="square" lIns="0" tIns="0" rIns="0" bIns="0">
            <a:spAutoFit/>
          </a:bodyPr>
          <a:lstStyle>
            <a:lvl1pPr>
              <a:defRPr/>
            </a:lvl1pPr>
          </a:lstStyle>
          <a:p>
            <a:endParaRPr/>
          </a:p>
        </p:txBody>
      </p:sp>
      <p:sp>
        <p:nvSpPr>
          <p:cNvPr id="3" name="Holder 3"/>
          <p:cNvSpPr>
            <a:spLocks noGrp="1"/>
          </p:cNvSpPr>
          <p:nvPr>
            <p:ph type="subTitle" idx="4"/>
          </p:nvPr>
        </p:nvSpPr>
        <p:spPr>
          <a:xfrm>
            <a:off x="2010727" y="11258296"/>
            <a:ext cx="9383395" cy="5026025"/>
          </a:xfrm>
          <a:prstGeom prst="rect">
            <a:avLst/>
          </a:prstGeom>
        </p:spPr>
        <p:txBody>
          <a:bodyPr wrap="square" lIns="0" tIns="0" rIns="0" bIns="0">
            <a:spAutoFit/>
          </a:bodyPr>
          <a:lstStyle>
            <a:lvl1pPr>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pPr/>
              <a:t>6/14/2025</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rPr/>
              <a:pPr/>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a:lvl1pPr>
          </a:lstStyle>
          <a:p>
            <a:endParaRPr/>
          </a:p>
        </p:txBody>
      </p:sp>
      <p:sp>
        <p:nvSpPr>
          <p:cNvPr id="3" name="Holder 3"/>
          <p:cNvSpPr>
            <a:spLocks noGrp="1"/>
          </p:cNvSpPr>
          <p:nvPr>
            <p:ph type="body" idx="1"/>
          </p:nvPr>
        </p:nvSpPr>
        <p:spPr/>
        <p:txBody>
          <a:bodyPr lIns="0" tIns="0" rIns="0" bIns="0"/>
          <a:lstStyle>
            <a:lvl1pPr>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pPr/>
              <a:t>6/14/2025</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rPr/>
              <a:pPr/>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a:lvl1pPr>
          </a:lstStyle>
          <a:p>
            <a:endParaRPr/>
          </a:p>
        </p:txBody>
      </p:sp>
      <p:sp>
        <p:nvSpPr>
          <p:cNvPr id="3" name="Holder 3"/>
          <p:cNvSpPr>
            <a:spLocks noGrp="1"/>
          </p:cNvSpPr>
          <p:nvPr>
            <p:ph sz="half" idx="2"/>
          </p:nvPr>
        </p:nvSpPr>
        <p:spPr>
          <a:xfrm>
            <a:off x="670242" y="4623943"/>
            <a:ext cx="5831110" cy="13268707"/>
          </a:xfrm>
          <a:prstGeom prst="rect">
            <a:avLst/>
          </a:prstGeom>
        </p:spPr>
        <p:txBody>
          <a:bodyPr wrap="square" lIns="0" tIns="0" rIns="0" bIns="0">
            <a:spAutoFit/>
          </a:bodyPr>
          <a:lstStyle>
            <a:lvl1pPr>
              <a:defRPr/>
            </a:lvl1pPr>
          </a:lstStyle>
          <a:p>
            <a:endParaRPr/>
          </a:p>
        </p:txBody>
      </p:sp>
      <p:sp>
        <p:nvSpPr>
          <p:cNvPr id="4" name="Holder 4"/>
          <p:cNvSpPr>
            <a:spLocks noGrp="1"/>
          </p:cNvSpPr>
          <p:nvPr>
            <p:ph sz="half" idx="3"/>
          </p:nvPr>
        </p:nvSpPr>
        <p:spPr>
          <a:xfrm>
            <a:off x="6903497" y="4623943"/>
            <a:ext cx="5831110" cy="13268707"/>
          </a:xfrm>
          <a:prstGeom prst="rect">
            <a:avLst/>
          </a:prstGeom>
        </p:spPr>
        <p:txBody>
          <a:bodyPr wrap="square" lIns="0" tIns="0" rIns="0" bIns="0">
            <a:spAutoFit/>
          </a:bodyPr>
          <a:lstStyle>
            <a:lvl1pPr>
              <a:defRPr/>
            </a:lvl1pPr>
          </a:lstStyle>
          <a:p>
            <a:endParaRPr/>
          </a:p>
        </p:txBody>
      </p:sp>
      <p:sp>
        <p:nvSpPr>
          <p:cNvPr id="5" name="Holder 5"/>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pPr/>
              <a:t>6/14/2025</a:t>
            </a:fld>
            <a:endParaRPr lang="en-US"/>
          </a:p>
        </p:txBody>
      </p:sp>
      <p:sp>
        <p:nvSpPr>
          <p:cNvPr id="7" name="Holder 7"/>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rPr/>
              <a:pPr/>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itle Only">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a:lvl1pPr>
          </a:lstStyle>
          <a:p>
            <a:endParaRPr/>
          </a:p>
        </p:txBody>
      </p:sp>
      <p:sp>
        <p:nvSpPr>
          <p:cNvPr id="3" name="Holder 3"/>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pPr/>
              <a:t>6/14/2025</a:t>
            </a:fld>
            <a:endParaRPr lang="en-US"/>
          </a:p>
        </p:txBody>
      </p:sp>
      <p:sp>
        <p:nvSpPr>
          <p:cNvPr id="5" name="Holder 5"/>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rPr/>
              <a:pPr/>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Blank">
    <p:spTree>
      <p:nvGrpSpPr>
        <p:cNvPr id="1" name=""/>
        <p:cNvGrpSpPr/>
        <p:nvPr/>
      </p:nvGrpSpPr>
      <p:grpSpPr>
        <a:xfrm>
          <a:off x="0" y="0"/>
          <a:ext cx="0" cy="0"/>
          <a:chOff x="0" y="0"/>
          <a:chExt cx="0" cy="0"/>
        </a:xfrm>
      </p:grpSpPr>
      <p:sp>
        <p:nvSpPr>
          <p:cNvPr id="2" name="Holder 2"/>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pPr/>
              <a:t>6/14/2025</a:t>
            </a:fld>
            <a:endParaRPr lang="en-US"/>
          </a:p>
        </p:txBody>
      </p:sp>
      <p:sp>
        <p:nvSpPr>
          <p:cNvPr id="4" name="Holder 4"/>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rPr/>
              <a:pPr/>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6" name="bg object 16"/>
          <p:cNvSpPr/>
          <p:nvPr/>
        </p:nvSpPr>
        <p:spPr>
          <a:xfrm>
            <a:off x="372298" y="308310"/>
            <a:ext cx="12740640" cy="41275"/>
          </a:xfrm>
          <a:custGeom>
            <a:avLst/>
            <a:gdLst/>
            <a:ahLst/>
            <a:cxnLst/>
            <a:rect l="l" t="t" r="r" b="b"/>
            <a:pathLst>
              <a:path w="12740640" h="41275">
                <a:moveTo>
                  <a:pt x="0" y="0"/>
                </a:moveTo>
                <a:lnTo>
                  <a:pt x="12740507" y="40720"/>
                </a:lnTo>
              </a:path>
            </a:pathLst>
          </a:custGeom>
          <a:ln w="139611">
            <a:solidFill>
              <a:srgbClr val="FF0000"/>
            </a:solidFill>
          </a:ln>
        </p:spPr>
        <p:txBody>
          <a:bodyPr wrap="square" lIns="0" tIns="0" rIns="0" bIns="0" rtlCol="0"/>
          <a:lstStyle/>
          <a:p>
            <a:endParaRPr/>
          </a:p>
        </p:txBody>
      </p:sp>
      <p:sp>
        <p:nvSpPr>
          <p:cNvPr id="17" name="bg object 17"/>
          <p:cNvSpPr/>
          <p:nvPr/>
        </p:nvSpPr>
        <p:spPr>
          <a:xfrm>
            <a:off x="302492" y="19853962"/>
            <a:ext cx="12818110" cy="139700"/>
          </a:xfrm>
          <a:custGeom>
            <a:avLst/>
            <a:gdLst/>
            <a:ahLst/>
            <a:cxnLst/>
            <a:rect l="l" t="t" r="r" b="b"/>
            <a:pathLst>
              <a:path w="12818110" h="139700">
                <a:moveTo>
                  <a:pt x="0" y="139611"/>
                </a:moveTo>
                <a:lnTo>
                  <a:pt x="12818069" y="139611"/>
                </a:lnTo>
                <a:lnTo>
                  <a:pt x="12818069" y="0"/>
                </a:lnTo>
                <a:lnTo>
                  <a:pt x="0" y="0"/>
                </a:lnTo>
                <a:lnTo>
                  <a:pt x="0" y="139611"/>
                </a:lnTo>
                <a:close/>
              </a:path>
            </a:pathLst>
          </a:custGeom>
          <a:solidFill>
            <a:srgbClr val="FF0000"/>
          </a:solidFill>
        </p:spPr>
        <p:txBody>
          <a:bodyPr wrap="square" lIns="0" tIns="0" rIns="0" bIns="0" rtlCol="0"/>
          <a:lstStyle/>
          <a:p>
            <a:endParaRPr/>
          </a:p>
        </p:txBody>
      </p:sp>
      <p:sp>
        <p:nvSpPr>
          <p:cNvPr id="18" name="bg object 18"/>
          <p:cNvSpPr/>
          <p:nvPr/>
        </p:nvSpPr>
        <p:spPr>
          <a:xfrm>
            <a:off x="244320" y="238504"/>
            <a:ext cx="12933045" cy="19752310"/>
          </a:xfrm>
          <a:custGeom>
            <a:avLst/>
            <a:gdLst/>
            <a:ahLst/>
            <a:cxnLst/>
            <a:rect l="l" t="t" r="r" b="b"/>
            <a:pathLst>
              <a:path w="12933044" h="19752310">
                <a:moveTo>
                  <a:pt x="127977" y="0"/>
                </a:moveTo>
                <a:lnTo>
                  <a:pt x="0" y="19752161"/>
                </a:lnTo>
              </a:path>
              <a:path w="12933044" h="19752310">
                <a:moveTo>
                  <a:pt x="12925725" y="40720"/>
                </a:moveTo>
                <a:lnTo>
                  <a:pt x="12932551" y="19751191"/>
                </a:lnTo>
              </a:path>
            </a:pathLst>
          </a:custGeom>
          <a:ln w="139611">
            <a:solidFill>
              <a:srgbClr val="FF0000"/>
            </a:solidFill>
          </a:ln>
        </p:spPr>
        <p:txBody>
          <a:bodyPr wrap="square" lIns="0" tIns="0" rIns="0" bIns="0" rtlCol="0"/>
          <a:lstStyle/>
          <a:p>
            <a:endParaRPr/>
          </a:p>
        </p:txBody>
      </p:sp>
      <p:sp>
        <p:nvSpPr>
          <p:cNvPr id="19" name="bg object 19"/>
          <p:cNvSpPr/>
          <p:nvPr/>
        </p:nvSpPr>
        <p:spPr>
          <a:xfrm>
            <a:off x="481854" y="5965457"/>
            <a:ext cx="6094730" cy="680085"/>
          </a:xfrm>
          <a:custGeom>
            <a:avLst/>
            <a:gdLst/>
            <a:ahLst/>
            <a:cxnLst/>
            <a:rect l="l" t="t" r="r" b="b"/>
            <a:pathLst>
              <a:path w="6094730" h="680084">
                <a:moveTo>
                  <a:pt x="6094442" y="0"/>
                </a:moveTo>
                <a:lnTo>
                  <a:pt x="0" y="0"/>
                </a:lnTo>
                <a:lnTo>
                  <a:pt x="0" y="679676"/>
                </a:lnTo>
                <a:lnTo>
                  <a:pt x="6094442" y="679676"/>
                </a:lnTo>
                <a:lnTo>
                  <a:pt x="6094442" y="0"/>
                </a:lnTo>
                <a:close/>
              </a:path>
            </a:pathLst>
          </a:custGeom>
          <a:solidFill>
            <a:srgbClr val="F8CA9C"/>
          </a:solidFill>
        </p:spPr>
        <p:txBody>
          <a:bodyPr wrap="square" lIns="0" tIns="0" rIns="0" bIns="0" rtlCol="0"/>
          <a:lstStyle/>
          <a:p>
            <a:endParaRPr/>
          </a:p>
        </p:txBody>
      </p:sp>
      <p:sp>
        <p:nvSpPr>
          <p:cNvPr id="20" name="bg object 20"/>
          <p:cNvSpPr/>
          <p:nvPr/>
        </p:nvSpPr>
        <p:spPr>
          <a:xfrm>
            <a:off x="458585" y="5942189"/>
            <a:ext cx="6141085" cy="2930525"/>
          </a:xfrm>
          <a:custGeom>
            <a:avLst/>
            <a:gdLst/>
            <a:ahLst/>
            <a:cxnLst/>
            <a:rect l="l" t="t" r="r" b="b"/>
            <a:pathLst>
              <a:path w="6141084" h="2930525">
                <a:moveTo>
                  <a:pt x="0" y="702945"/>
                </a:moveTo>
                <a:lnTo>
                  <a:pt x="6141018" y="702945"/>
                </a:lnTo>
              </a:path>
              <a:path w="6141084" h="2930525">
                <a:moveTo>
                  <a:pt x="23268" y="0"/>
                </a:moveTo>
                <a:lnTo>
                  <a:pt x="23268" y="2929908"/>
                </a:lnTo>
              </a:path>
              <a:path w="6141084" h="2930525">
                <a:moveTo>
                  <a:pt x="6117750" y="0"/>
                </a:moveTo>
                <a:lnTo>
                  <a:pt x="6117750" y="2929908"/>
                </a:lnTo>
              </a:path>
              <a:path w="6141084" h="2930525">
                <a:moveTo>
                  <a:pt x="0" y="23268"/>
                </a:moveTo>
                <a:lnTo>
                  <a:pt x="6141018" y="23268"/>
                </a:lnTo>
              </a:path>
            </a:pathLst>
          </a:custGeom>
          <a:ln w="46537">
            <a:solidFill>
              <a:srgbClr val="FF00FF"/>
            </a:solidFill>
          </a:ln>
        </p:spPr>
        <p:txBody>
          <a:bodyPr wrap="square" lIns="0" tIns="0" rIns="0" bIns="0" rtlCol="0"/>
          <a:lstStyle/>
          <a:p>
            <a:endParaRPr/>
          </a:p>
        </p:txBody>
      </p:sp>
      <p:sp>
        <p:nvSpPr>
          <p:cNvPr id="21" name="bg object 21"/>
          <p:cNvSpPr/>
          <p:nvPr/>
        </p:nvSpPr>
        <p:spPr>
          <a:xfrm>
            <a:off x="458585" y="8848829"/>
            <a:ext cx="6141085" cy="0"/>
          </a:xfrm>
          <a:custGeom>
            <a:avLst/>
            <a:gdLst/>
            <a:ahLst/>
            <a:cxnLst/>
            <a:rect l="l" t="t" r="r" b="b"/>
            <a:pathLst>
              <a:path w="6141084">
                <a:moveTo>
                  <a:pt x="0" y="0"/>
                </a:moveTo>
                <a:lnTo>
                  <a:pt x="6141018" y="0"/>
                </a:lnTo>
              </a:path>
            </a:pathLst>
          </a:custGeom>
          <a:ln w="46537">
            <a:solidFill>
              <a:srgbClr val="FF00FF"/>
            </a:solidFill>
          </a:ln>
        </p:spPr>
        <p:txBody>
          <a:bodyPr wrap="square" lIns="0" tIns="0" rIns="0" bIns="0" rtlCol="0"/>
          <a:lstStyle/>
          <a:p>
            <a:endParaRPr/>
          </a:p>
        </p:txBody>
      </p:sp>
      <p:sp>
        <p:nvSpPr>
          <p:cNvPr id="2" name="Holder 2"/>
          <p:cNvSpPr>
            <a:spLocks noGrp="1"/>
          </p:cNvSpPr>
          <p:nvPr>
            <p:ph type="title"/>
          </p:nvPr>
        </p:nvSpPr>
        <p:spPr>
          <a:xfrm>
            <a:off x="670242" y="804164"/>
            <a:ext cx="12064365" cy="3216656"/>
          </a:xfrm>
          <a:prstGeom prst="rect">
            <a:avLst/>
          </a:prstGeom>
        </p:spPr>
        <p:txBody>
          <a:bodyPr wrap="square" lIns="0" tIns="0" rIns="0" bIns="0">
            <a:spAutoFit/>
          </a:bodyPr>
          <a:lstStyle>
            <a:lvl1pPr>
              <a:defRPr/>
            </a:lvl1pPr>
          </a:lstStyle>
          <a:p>
            <a:endParaRPr/>
          </a:p>
        </p:txBody>
      </p:sp>
      <p:sp>
        <p:nvSpPr>
          <p:cNvPr id="3" name="Holder 3"/>
          <p:cNvSpPr>
            <a:spLocks noGrp="1"/>
          </p:cNvSpPr>
          <p:nvPr>
            <p:ph type="body" idx="1"/>
          </p:nvPr>
        </p:nvSpPr>
        <p:spPr>
          <a:xfrm>
            <a:off x="670242" y="4623943"/>
            <a:ext cx="12064365" cy="13268707"/>
          </a:xfrm>
          <a:prstGeom prst="rect">
            <a:avLst/>
          </a:prstGeom>
        </p:spPr>
        <p:txBody>
          <a:bodyPr wrap="square" lIns="0" tIns="0" rIns="0" bIns="0">
            <a:spAutoFit/>
          </a:bodyPr>
          <a:lstStyle>
            <a:lvl1pPr>
              <a:defRPr/>
            </a:lvl1pPr>
          </a:lstStyle>
          <a:p>
            <a:endParaRPr/>
          </a:p>
        </p:txBody>
      </p:sp>
      <p:sp>
        <p:nvSpPr>
          <p:cNvPr id="4" name="Holder 4"/>
          <p:cNvSpPr>
            <a:spLocks noGrp="1"/>
          </p:cNvSpPr>
          <p:nvPr>
            <p:ph type="ftr" sz="quarter" idx="5"/>
          </p:nvPr>
        </p:nvSpPr>
        <p:spPr>
          <a:xfrm>
            <a:off x="4557649" y="18696814"/>
            <a:ext cx="4289552" cy="1005205"/>
          </a:xfrm>
          <a:prstGeom prst="rect">
            <a:avLst/>
          </a:prstGeom>
        </p:spPr>
        <p:txBody>
          <a:bodyPr wrap="square" lIns="0" tIns="0" rIns="0" bIns="0">
            <a:spAutoFit/>
          </a:bodyPr>
          <a:lstStyle>
            <a:lvl1pPr algn="ctr">
              <a:defRPr>
                <a:solidFill>
                  <a:schemeClr val="tx1">
                    <a:tint val="75000"/>
                  </a:schemeClr>
                </a:solidFill>
              </a:defRPr>
            </a:lvl1pPr>
          </a:lstStyle>
          <a:p>
            <a:endParaRPr/>
          </a:p>
        </p:txBody>
      </p:sp>
      <p:sp>
        <p:nvSpPr>
          <p:cNvPr id="5" name="Holder 5"/>
          <p:cNvSpPr>
            <a:spLocks noGrp="1"/>
          </p:cNvSpPr>
          <p:nvPr>
            <p:ph type="dt" sz="half" idx="6"/>
          </p:nvPr>
        </p:nvSpPr>
        <p:spPr>
          <a:xfrm>
            <a:off x="670242" y="18696814"/>
            <a:ext cx="3083115" cy="1005205"/>
          </a:xfrm>
          <a:prstGeom prst="rect">
            <a:avLst/>
          </a:prstGeom>
        </p:spPr>
        <p:txBody>
          <a:bodyPr wrap="square" lIns="0" tIns="0" rIns="0" bIns="0">
            <a:spAutoFit/>
          </a:bodyPr>
          <a:lstStyle>
            <a:lvl1pPr algn="l">
              <a:defRPr>
                <a:solidFill>
                  <a:schemeClr val="tx1">
                    <a:tint val="75000"/>
                  </a:schemeClr>
                </a:solidFill>
              </a:defRPr>
            </a:lvl1pPr>
          </a:lstStyle>
          <a:p>
            <a:fld id="{1D8BD707-D9CF-40AE-B4C6-C98DA3205C09}" type="datetimeFigureOut">
              <a:rPr lang="en-US"/>
              <a:pPr/>
              <a:t>6/14/2025</a:t>
            </a:fld>
            <a:endParaRPr lang="en-US"/>
          </a:p>
        </p:txBody>
      </p:sp>
      <p:sp>
        <p:nvSpPr>
          <p:cNvPr id="6" name="Holder 6"/>
          <p:cNvSpPr>
            <a:spLocks noGrp="1"/>
          </p:cNvSpPr>
          <p:nvPr>
            <p:ph type="sldNum" sz="quarter" idx="7"/>
          </p:nvPr>
        </p:nvSpPr>
        <p:spPr>
          <a:xfrm>
            <a:off x="9651492" y="18696814"/>
            <a:ext cx="3083115" cy="1005205"/>
          </a:xfrm>
          <a:prstGeom prst="rect">
            <a:avLst/>
          </a:prstGeom>
        </p:spPr>
        <p:txBody>
          <a:bodyPr wrap="square" lIns="0" tIns="0" rIns="0" bIns="0">
            <a:spAutoFit/>
          </a:bodyPr>
          <a:lstStyle>
            <a:lvl1pPr algn="r">
              <a:defRPr>
                <a:solidFill>
                  <a:schemeClr val="tx1">
                    <a:tint val="75000"/>
                  </a:schemeClr>
                </a:solidFill>
              </a:defRPr>
            </a:lvl1pPr>
          </a:lstStyle>
          <a:p>
            <a:fld id="{B6F15528-21DE-4FAA-801E-634DDDAF4B2B}" type="slidenum">
              <a:rPr/>
              <a:pPr/>
              <a:t>‹#›</a:t>
            </a:fld>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Lst>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jpeg"/><Relationship Id="rId1" Type="http://schemas.openxmlformats.org/officeDocument/2006/relationships/slideLayout" Target="../slideLayouts/slideLayout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518211" y="6021826"/>
            <a:ext cx="6048375" cy="472440"/>
          </a:xfrm>
          <a:prstGeom prst="rect">
            <a:avLst/>
          </a:prstGeom>
        </p:spPr>
        <p:txBody>
          <a:bodyPr vert="horz" wrap="square" lIns="0" tIns="16510" rIns="0" bIns="0" rtlCol="0">
            <a:spAutoFit/>
          </a:bodyPr>
          <a:lstStyle/>
          <a:p>
            <a:pPr marR="16510" algn="ctr">
              <a:lnSpc>
                <a:spcPct val="100000"/>
              </a:lnSpc>
              <a:spcBef>
                <a:spcPts val="130"/>
              </a:spcBef>
            </a:pPr>
            <a:r>
              <a:rPr sz="2900" b="1" dirty="0">
                <a:solidFill>
                  <a:srgbClr val="1154CC"/>
                </a:solidFill>
                <a:latin typeface="Calibri" panose="020F0502020204030204"/>
                <a:cs typeface="Calibri" panose="020F0502020204030204"/>
              </a:rPr>
              <a:t>Project</a:t>
            </a:r>
            <a:r>
              <a:rPr sz="2900" b="1" spc="50" dirty="0">
                <a:solidFill>
                  <a:srgbClr val="1154CC"/>
                </a:solidFill>
                <a:latin typeface="Calibri" panose="020F0502020204030204"/>
                <a:cs typeface="Calibri" panose="020F0502020204030204"/>
              </a:rPr>
              <a:t> </a:t>
            </a:r>
            <a:r>
              <a:rPr sz="2900" b="1" spc="-10" dirty="0">
                <a:solidFill>
                  <a:srgbClr val="1154CC"/>
                </a:solidFill>
                <a:latin typeface="Calibri" panose="020F0502020204030204"/>
                <a:cs typeface="Calibri" panose="020F0502020204030204"/>
              </a:rPr>
              <a:t>Objective</a:t>
            </a:r>
            <a:endParaRPr sz="2900" dirty="0">
              <a:latin typeface="Calibri" panose="020F0502020204030204"/>
              <a:cs typeface="Calibri" panose="020F0502020204030204"/>
            </a:endParaRPr>
          </a:p>
        </p:txBody>
      </p:sp>
      <p:sp>
        <p:nvSpPr>
          <p:cNvPr id="3" name="object 3"/>
          <p:cNvSpPr txBox="1"/>
          <p:nvPr/>
        </p:nvSpPr>
        <p:spPr>
          <a:xfrm>
            <a:off x="527719" y="6726544"/>
            <a:ext cx="6048375" cy="1996059"/>
          </a:xfrm>
          <a:prstGeom prst="rect">
            <a:avLst/>
          </a:prstGeom>
        </p:spPr>
        <p:txBody>
          <a:bodyPr vert="horz" wrap="square" lIns="0" tIns="15240" rIns="0" bIns="0" rtlCol="0">
            <a:spAutoFit/>
          </a:bodyPr>
          <a:lstStyle/>
          <a:p>
            <a:pPr marL="19050" marR="36195" algn="just">
              <a:lnSpc>
                <a:spcPct val="117000"/>
              </a:lnSpc>
              <a:spcBef>
                <a:spcPts val="120"/>
              </a:spcBef>
            </a:pPr>
            <a:r>
              <a:rPr lang="en-IN" sz="2200" dirty="0">
                <a:latin typeface="Times New Roman" panose="02020603050405020304" pitchFamily="18" charset="0"/>
                <a:cs typeface="Times New Roman" panose="02020603050405020304" pitchFamily="18" charset="0"/>
              </a:rPr>
              <a:t>Smart human following shopping trolleys are designed to follow customers automatically, eliminating the need for them to push the cart manually and also bills automatically without any billing person.</a:t>
            </a:r>
            <a:endParaRPr sz="2200" dirty="0">
              <a:latin typeface="Times New Roman" panose="02020603050405020304" pitchFamily="18" charset="0"/>
              <a:cs typeface="Times New Roman" panose="02020603050405020304" pitchFamily="18" charset="0"/>
            </a:endParaRPr>
          </a:p>
        </p:txBody>
      </p:sp>
      <p:grpSp>
        <p:nvGrpSpPr>
          <p:cNvPr id="4" name="object 4"/>
          <p:cNvGrpSpPr/>
          <p:nvPr/>
        </p:nvGrpSpPr>
        <p:grpSpPr>
          <a:xfrm>
            <a:off x="6642037" y="5485354"/>
            <a:ext cx="6338570" cy="2477770"/>
            <a:chOff x="6642037" y="5485354"/>
            <a:chExt cx="6338570" cy="2477770"/>
          </a:xfrm>
        </p:grpSpPr>
        <p:sp>
          <p:nvSpPr>
            <p:cNvPr id="5" name="object 5"/>
            <p:cNvSpPr/>
            <p:nvPr/>
          </p:nvSpPr>
          <p:spPr>
            <a:xfrm>
              <a:off x="6688801" y="5532118"/>
              <a:ext cx="6245225" cy="608330"/>
            </a:xfrm>
            <a:custGeom>
              <a:avLst/>
              <a:gdLst/>
              <a:ahLst/>
              <a:cxnLst/>
              <a:rect l="l" t="t" r="r" b="b"/>
              <a:pathLst>
                <a:path w="6245225" h="608329">
                  <a:moveTo>
                    <a:pt x="6244680" y="0"/>
                  </a:moveTo>
                  <a:lnTo>
                    <a:pt x="0" y="0"/>
                  </a:lnTo>
                  <a:lnTo>
                    <a:pt x="0" y="607931"/>
                  </a:lnTo>
                  <a:lnTo>
                    <a:pt x="6244680" y="607931"/>
                  </a:lnTo>
                  <a:lnTo>
                    <a:pt x="6244680" y="0"/>
                  </a:lnTo>
                  <a:close/>
                </a:path>
              </a:pathLst>
            </a:custGeom>
            <a:solidFill>
              <a:srgbClr val="F8CA9C"/>
            </a:solidFill>
          </p:spPr>
          <p:txBody>
            <a:bodyPr wrap="square" lIns="0" tIns="0" rIns="0" bIns="0" rtlCol="0"/>
            <a:lstStyle/>
            <a:p>
              <a:r>
                <a:rPr lang="en-IN" dirty="0"/>
                <a:t>                 </a:t>
              </a:r>
            </a:p>
            <a:p>
              <a:r>
                <a:rPr lang="en-IN" dirty="0"/>
                <a:t>                 </a:t>
              </a:r>
              <a:r>
                <a:rPr lang="en-IN" sz="2400" b="1" dirty="0">
                  <a:solidFill>
                    <a:srgbClr val="0070C0"/>
                  </a:solidFill>
                </a:rPr>
                <a:t>EXISTING SYSTEMS </a:t>
              </a:r>
              <a:endParaRPr sz="2400" b="1" dirty="0">
                <a:solidFill>
                  <a:srgbClr val="0070C0"/>
                </a:solidFill>
              </a:endParaRPr>
            </a:p>
          </p:txBody>
        </p:sp>
        <p:sp>
          <p:nvSpPr>
            <p:cNvPr id="6" name="object 6"/>
            <p:cNvSpPr/>
            <p:nvPr/>
          </p:nvSpPr>
          <p:spPr>
            <a:xfrm>
              <a:off x="6665532" y="5508849"/>
              <a:ext cx="6291580" cy="2430780"/>
            </a:xfrm>
            <a:custGeom>
              <a:avLst/>
              <a:gdLst/>
              <a:ahLst/>
              <a:cxnLst/>
              <a:rect l="l" t="t" r="r" b="b"/>
              <a:pathLst>
                <a:path w="6291580" h="2430779">
                  <a:moveTo>
                    <a:pt x="23268" y="0"/>
                  </a:moveTo>
                  <a:lnTo>
                    <a:pt x="23268" y="2430641"/>
                  </a:lnTo>
                </a:path>
                <a:path w="6291580" h="2430779">
                  <a:moveTo>
                    <a:pt x="6267949" y="0"/>
                  </a:moveTo>
                  <a:lnTo>
                    <a:pt x="6267949" y="2430641"/>
                  </a:lnTo>
                </a:path>
                <a:path w="6291580" h="2430779">
                  <a:moveTo>
                    <a:pt x="0" y="23268"/>
                  </a:moveTo>
                  <a:lnTo>
                    <a:pt x="6291217" y="23268"/>
                  </a:lnTo>
                </a:path>
              </a:pathLst>
            </a:custGeom>
            <a:ln w="46537">
              <a:solidFill>
                <a:srgbClr val="FF00FF"/>
              </a:solidFill>
            </a:ln>
          </p:spPr>
          <p:txBody>
            <a:bodyPr wrap="square" lIns="0" tIns="0" rIns="0" bIns="0" rtlCol="0"/>
            <a:lstStyle/>
            <a:p>
              <a:endParaRPr/>
            </a:p>
          </p:txBody>
        </p:sp>
      </p:grpSp>
      <p:sp>
        <p:nvSpPr>
          <p:cNvPr id="7" name="object 7"/>
          <p:cNvSpPr txBox="1"/>
          <p:nvPr/>
        </p:nvSpPr>
        <p:spPr>
          <a:xfrm>
            <a:off x="6698496" y="6140050"/>
            <a:ext cx="6226810" cy="1858842"/>
          </a:xfrm>
          <a:prstGeom prst="rect">
            <a:avLst/>
          </a:prstGeom>
          <a:ln w="46537">
            <a:solidFill>
              <a:srgbClr val="FF00FF"/>
            </a:solidFill>
          </a:ln>
        </p:spPr>
        <p:txBody>
          <a:bodyPr vert="horz" wrap="square" lIns="0" tIns="12065" rIns="0" bIns="0" rtlCol="0">
            <a:spAutoFit/>
          </a:bodyPr>
          <a:lstStyle/>
          <a:p>
            <a:pPr marL="342900" indent="-342900">
              <a:buFont typeface="+mj-lt"/>
              <a:buAutoNum type="arabicPeriod"/>
            </a:pPr>
            <a:r>
              <a:rPr lang="en-IN" sz="2400" dirty="0">
                <a:latin typeface="Times New Roman" panose="02020603050405020304" pitchFamily="18" charset="0"/>
                <a:cs typeface="Times New Roman" panose="02020603050405020304" pitchFamily="18" charset="0"/>
              </a:rPr>
              <a:t>Standard Shopping Trolley</a:t>
            </a:r>
          </a:p>
          <a:p>
            <a:pPr marL="342900" indent="-342900">
              <a:buFont typeface="+mj-lt"/>
              <a:buAutoNum type="arabicPeriod"/>
            </a:pPr>
            <a:r>
              <a:rPr lang="en-US" sz="2400" dirty="0">
                <a:latin typeface="Times New Roman" panose="02020603050405020304" pitchFamily="18" charset="0"/>
                <a:cs typeface="Times New Roman" panose="02020603050405020304" pitchFamily="18" charset="0"/>
              </a:rPr>
              <a:t> Foldable &amp; Compact Trolley</a:t>
            </a:r>
            <a:endParaRPr lang="en-IN" sz="2400" dirty="0">
              <a:latin typeface="Times New Roman" panose="02020603050405020304" pitchFamily="18" charset="0"/>
              <a:cs typeface="Times New Roman" panose="02020603050405020304" pitchFamily="18" charset="0"/>
            </a:endParaRPr>
          </a:p>
          <a:p>
            <a:pPr marL="342900" indent="-342900">
              <a:buFont typeface="+mj-lt"/>
              <a:buAutoNum type="arabicPeriod"/>
            </a:pPr>
            <a:r>
              <a:rPr lang="en-IN" sz="2400" dirty="0">
                <a:latin typeface="Times New Roman" panose="02020603050405020304" pitchFamily="18" charset="0"/>
                <a:cs typeface="Times New Roman" panose="02020603050405020304" pitchFamily="18" charset="0"/>
              </a:rPr>
              <a:t>Specialty &amp; Custom Trolleys Child-friendly Carts</a:t>
            </a:r>
          </a:p>
          <a:p>
            <a:endParaRPr lang="en-IN" sz="2400" dirty="0">
              <a:latin typeface="Times New Roman" panose="02020603050405020304" pitchFamily="18" charset="0"/>
              <a:cs typeface="Times New Roman" panose="02020603050405020304" pitchFamily="18" charset="0"/>
            </a:endParaRPr>
          </a:p>
        </p:txBody>
      </p:sp>
      <p:sp>
        <p:nvSpPr>
          <p:cNvPr id="8" name="object 8"/>
          <p:cNvSpPr txBox="1"/>
          <p:nvPr/>
        </p:nvSpPr>
        <p:spPr>
          <a:xfrm>
            <a:off x="439195" y="293806"/>
            <a:ext cx="12670155" cy="2176780"/>
          </a:xfrm>
          <a:prstGeom prst="rect">
            <a:avLst/>
          </a:prstGeom>
          <a:ln w="75623">
            <a:solidFill>
              <a:srgbClr val="FF0000"/>
            </a:solidFill>
          </a:ln>
        </p:spPr>
        <p:txBody>
          <a:bodyPr vert="horz" wrap="square" lIns="0" tIns="72390" rIns="0" bIns="0" rtlCol="0">
            <a:spAutoFit/>
          </a:bodyPr>
          <a:lstStyle/>
          <a:p>
            <a:pPr algn="ctr">
              <a:lnSpc>
                <a:spcPts val="4275"/>
              </a:lnSpc>
              <a:spcBef>
                <a:spcPts val="570"/>
              </a:spcBef>
            </a:pPr>
            <a:r>
              <a:rPr sz="3650" b="1" dirty="0">
                <a:solidFill>
                  <a:srgbClr val="000099"/>
                </a:solidFill>
                <a:latin typeface="Times New Roman" panose="02020603050405020304"/>
                <a:cs typeface="Times New Roman" panose="02020603050405020304"/>
              </a:rPr>
              <a:t>CMR</a:t>
            </a:r>
            <a:r>
              <a:rPr sz="3650" b="1" spc="-20" dirty="0">
                <a:solidFill>
                  <a:srgbClr val="000099"/>
                </a:solidFill>
                <a:latin typeface="Times New Roman" panose="02020603050405020304"/>
                <a:cs typeface="Times New Roman" panose="02020603050405020304"/>
              </a:rPr>
              <a:t> </a:t>
            </a:r>
            <a:r>
              <a:rPr sz="3650" b="1" dirty="0">
                <a:solidFill>
                  <a:srgbClr val="000099"/>
                </a:solidFill>
                <a:latin typeface="Times New Roman" panose="02020603050405020304"/>
                <a:cs typeface="Times New Roman" panose="02020603050405020304"/>
              </a:rPr>
              <a:t>College</a:t>
            </a:r>
            <a:r>
              <a:rPr sz="3650" b="1" spc="-35" dirty="0">
                <a:solidFill>
                  <a:srgbClr val="000099"/>
                </a:solidFill>
                <a:latin typeface="Times New Roman" panose="02020603050405020304"/>
                <a:cs typeface="Times New Roman" panose="02020603050405020304"/>
              </a:rPr>
              <a:t> </a:t>
            </a:r>
            <a:r>
              <a:rPr sz="3650" b="1" dirty="0">
                <a:solidFill>
                  <a:srgbClr val="000099"/>
                </a:solidFill>
                <a:latin typeface="Times New Roman" panose="02020603050405020304"/>
                <a:cs typeface="Times New Roman" panose="02020603050405020304"/>
              </a:rPr>
              <a:t>of</a:t>
            </a:r>
            <a:r>
              <a:rPr sz="3650" b="1" spc="-5" dirty="0">
                <a:solidFill>
                  <a:srgbClr val="000099"/>
                </a:solidFill>
                <a:latin typeface="Times New Roman" panose="02020603050405020304"/>
                <a:cs typeface="Times New Roman" panose="02020603050405020304"/>
              </a:rPr>
              <a:t> </a:t>
            </a:r>
            <a:r>
              <a:rPr sz="3650" b="1" dirty="0">
                <a:solidFill>
                  <a:srgbClr val="000099"/>
                </a:solidFill>
                <a:latin typeface="Times New Roman" panose="02020603050405020304"/>
                <a:cs typeface="Times New Roman" panose="02020603050405020304"/>
              </a:rPr>
              <a:t>Engineering</a:t>
            </a:r>
            <a:r>
              <a:rPr sz="3650" b="1" spc="-15" dirty="0">
                <a:solidFill>
                  <a:srgbClr val="000099"/>
                </a:solidFill>
                <a:latin typeface="Times New Roman" panose="02020603050405020304"/>
                <a:cs typeface="Times New Roman" panose="02020603050405020304"/>
              </a:rPr>
              <a:t> </a:t>
            </a:r>
            <a:r>
              <a:rPr sz="3650" b="1" dirty="0">
                <a:solidFill>
                  <a:srgbClr val="000099"/>
                </a:solidFill>
                <a:latin typeface="Times New Roman" panose="02020603050405020304"/>
                <a:cs typeface="Times New Roman" panose="02020603050405020304"/>
              </a:rPr>
              <a:t>&amp;</a:t>
            </a:r>
            <a:r>
              <a:rPr sz="3650" b="1" spc="-40" dirty="0">
                <a:solidFill>
                  <a:srgbClr val="000099"/>
                </a:solidFill>
                <a:latin typeface="Times New Roman" panose="02020603050405020304"/>
                <a:cs typeface="Times New Roman" panose="02020603050405020304"/>
              </a:rPr>
              <a:t> </a:t>
            </a:r>
            <a:r>
              <a:rPr sz="3650" b="1" spc="-10" dirty="0">
                <a:solidFill>
                  <a:srgbClr val="000099"/>
                </a:solidFill>
                <a:latin typeface="Times New Roman" panose="02020603050405020304"/>
                <a:cs typeface="Times New Roman" panose="02020603050405020304"/>
              </a:rPr>
              <a:t>Technology</a:t>
            </a:r>
            <a:endParaRPr sz="3650" dirty="0">
              <a:latin typeface="Times New Roman" panose="02020603050405020304"/>
              <a:cs typeface="Times New Roman" panose="02020603050405020304"/>
            </a:endParaRPr>
          </a:p>
          <a:p>
            <a:pPr algn="ctr">
              <a:lnSpc>
                <a:spcPts val="2235"/>
              </a:lnSpc>
            </a:pPr>
            <a:r>
              <a:rPr sz="1950" b="1" i="1" dirty="0">
                <a:solidFill>
                  <a:srgbClr val="FF0000"/>
                </a:solidFill>
                <a:latin typeface="Times New Roman" panose="02020603050405020304"/>
                <a:cs typeface="Times New Roman" panose="02020603050405020304"/>
              </a:rPr>
              <a:t>(UGC</a:t>
            </a:r>
            <a:r>
              <a:rPr sz="1950" b="1" i="1" spc="-40" dirty="0">
                <a:solidFill>
                  <a:srgbClr val="FF0000"/>
                </a:solidFill>
                <a:latin typeface="Times New Roman" panose="02020603050405020304"/>
                <a:cs typeface="Times New Roman" panose="02020603050405020304"/>
              </a:rPr>
              <a:t> </a:t>
            </a:r>
            <a:r>
              <a:rPr sz="1950" b="1" i="1" spc="-10" dirty="0">
                <a:solidFill>
                  <a:srgbClr val="FF0000"/>
                </a:solidFill>
                <a:latin typeface="Times New Roman" panose="02020603050405020304"/>
                <a:cs typeface="Times New Roman" panose="02020603050405020304"/>
              </a:rPr>
              <a:t>Autonomous)</a:t>
            </a:r>
            <a:endParaRPr sz="1950" dirty="0">
              <a:latin typeface="Times New Roman" panose="02020603050405020304"/>
              <a:cs typeface="Times New Roman" panose="02020603050405020304"/>
            </a:endParaRPr>
          </a:p>
          <a:p>
            <a:pPr marL="5080" algn="ctr">
              <a:lnSpc>
                <a:spcPts val="1635"/>
              </a:lnSpc>
              <a:spcBef>
                <a:spcPts val="590"/>
              </a:spcBef>
            </a:pPr>
            <a:r>
              <a:rPr sz="1450" b="1" dirty="0">
                <a:solidFill>
                  <a:srgbClr val="00AFEF"/>
                </a:solidFill>
                <a:latin typeface="Times New Roman" panose="02020603050405020304"/>
                <a:cs typeface="Times New Roman" panose="02020603050405020304"/>
              </a:rPr>
              <a:t>Kandlakoya</a:t>
            </a:r>
            <a:r>
              <a:rPr sz="1450" b="1" spc="35" dirty="0">
                <a:solidFill>
                  <a:srgbClr val="00AFEF"/>
                </a:solidFill>
                <a:latin typeface="Times New Roman" panose="02020603050405020304"/>
                <a:cs typeface="Times New Roman" panose="02020603050405020304"/>
              </a:rPr>
              <a:t> </a:t>
            </a:r>
            <a:r>
              <a:rPr sz="1450" b="1" dirty="0">
                <a:solidFill>
                  <a:srgbClr val="00AFEF"/>
                </a:solidFill>
                <a:latin typeface="Times New Roman" panose="02020603050405020304"/>
                <a:cs typeface="Times New Roman" panose="02020603050405020304"/>
              </a:rPr>
              <a:t>,</a:t>
            </a:r>
            <a:r>
              <a:rPr sz="1450" b="1" spc="20" dirty="0">
                <a:solidFill>
                  <a:srgbClr val="00AFEF"/>
                </a:solidFill>
                <a:latin typeface="Times New Roman" panose="02020603050405020304"/>
                <a:cs typeface="Times New Roman" panose="02020603050405020304"/>
              </a:rPr>
              <a:t> </a:t>
            </a:r>
            <a:r>
              <a:rPr sz="1450" b="1" dirty="0">
                <a:solidFill>
                  <a:srgbClr val="00AFEF"/>
                </a:solidFill>
                <a:latin typeface="Times New Roman" panose="02020603050405020304"/>
                <a:cs typeface="Times New Roman" panose="02020603050405020304"/>
              </a:rPr>
              <a:t>Medchal</a:t>
            </a:r>
            <a:r>
              <a:rPr sz="1450" b="1" spc="30" dirty="0">
                <a:solidFill>
                  <a:srgbClr val="00AFEF"/>
                </a:solidFill>
                <a:latin typeface="Times New Roman" panose="02020603050405020304"/>
                <a:cs typeface="Times New Roman" panose="02020603050405020304"/>
              </a:rPr>
              <a:t> </a:t>
            </a:r>
            <a:r>
              <a:rPr sz="1450" b="1" dirty="0">
                <a:solidFill>
                  <a:srgbClr val="00AFEF"/>
                </a:solidFill>
                <a:latin typeface="Times New Roman" panose="02020603050405020304"/>
                <a:cs typeface="Times New Roman" panose="02020603050405020304"/>
              </a:rPr>
              <a:t>Road,</a:t>
            </a:r>
            <a:r>
              <a:rPr sz="1450" b="1" spc="20" dirty="0">
                <a:solidFill>
                  <a:srgbClr val="00AFEF"/>
                </a:solidFill>
                <a:latin typeface="Times New Roman" panose="02020603050405020304"/>
                <a:cs typeface="Times New Roman" panose="02020603050405020304"/>
              </a:rPr>
              <a:t> </a:t>
            </a:r>
            <a:r>
              <a:rPr sz="1450" b="1" dirty="0">
                <a:solidFill>
                  <a:srgbClr val="00AFEF"/>
                </a:solidFill>
                <a:latin typeface="Times New Roman" panose="02020603050405020304"/>
                <a:cs typeface="Times New Roman" panose="02020603050405020304"/>
              </a:rPr>
              <a:t>Hyderabad</a:t>
            </a:r>
            <a:r>
              <a:rPr sz="1450" b="1" spc="40" dirty="0">
                <a:solidFill>
                  <a:srgbClr val="00AFEF"/>
                </a:solidFill>
                <a:latin typeface="Times New Roman" panose="02020603050405020304"/>
                <a:cs typeface="Times New Roman" panose="02020603050405020304"/>
              </a:rPr>
              <a:t> </a:t>
            </a:r>
            <a:r>
              <a:rPr sz="1450" b="1" spc="-10" dirty="0">
                <a:solidFill>
                  <a:srgbClr val="00AFEF"/>
                </a:solidFill>
                <a:latin typeface="Times New Roman" panose="02020603050405020304"/>
                <a:cs typeface="Times New Roman" panose="02020603050405020304"/>
              </a:rPr>
              <a:t>501401</a:t>
            </a:r>
            <a:endParaRPr sz="1450" dirty="0">
              <a:latin typeface="Times New Roman" panose="02020603050405020304"/>
              <a:cs typeface="Times New Roman" panose="02020603050405020304"/>
            </a:endParaRPr>
          </a:p>
          <a:p>
            <a:pPr marL="3614420" marR="2816225" indent="-732790">
              <a:lnSpc>
                <a:spcPts val="2470"/>
              </a:lnSpc>
              <a:spcBef>
                <a:spcPts val="315"/>
              </a:spcBef>
            </a:pPr>
            <a:r>
              <a:rPr sz="2400" b="1" dirty="0">
                <a:solidFill>
                  <a:srgbClr val="FF9900"/>
                </a:solidFill>
                <a:latin typeface="Times New Roman" panose="02020603050405020304"/>
                <a:cs typeface="Times New Roman" panose="02020603050405020304"/>
              </a:rPr>
              <a:t>Centre</a:t>
            </a:r>
            <a:r>
              <a:rPr sz="2400" b="1" spc="80" dirty="0">
                <a:solidFill>
                  <a:srgbClr val="FF9900"/>
                </a:solidFill>
                <a:latin typeface="Times New Roman" panose="02020603050405020304"/>
                <a:cs typeface="Times New Roman" panose="02020603050405020304"/>
              </a:rPr>
              <a:t> </a:t>
            </a:r>
            <a:r>
              <a:rPr sz="2400" b="1" dirty="0">
                <a:solidFill>
                  <a:srgbClr val="FF9900"/>
                </a:solidFill>
                <a:latin typeface="Times New Roman" panose="02020603050405020304"/>
                <a:cs typeface="Times New Roman" panose="02020603050405020304"/>
              </a:rPr>
              <a:t>for</a:t>
            </a:r>
            <a:r>
              <a:rPr sz="2400" b="1" spc="85" dirty="0">
                <a:solidFill>
                  <a:srgbClr val="FF9900"/>
                </a:solidFill>
                <a:latin typeface="Times New Roman" panose="02020603050405020304"/>
                <a:cs typeface="Times New Roman" panose="02020603050405020304"/>
              </a:rPr>
              <a:t> </a:t>
            </a:r>
            <a:r>
              <a:rPr sz="2400" b="1" dirty="0">
                <a:solidFill>
                  <a:srgbClr val="FF9900"/>
                </a:solidFill>
                <a:latin typeface="Times New Roman" panose="02020603050405020304"/>
                <a:cs typeface="Times New Roman" panose="02020603050405020304"/>
              </a:rPr>
              <a:t>Engineering</a:t>
            </a:r>
            <a:r>
              <a:rPr sz="2400" b="1" spc="90" dirty="0">
                <a:solidFill>
                  <a:srgbClr val="FF9900"/>
                </a:solidFill>
                <a:latin typeface="Times New Roman" panose="02020603050405020304"/>
                <a:cs typeface="Times New Roman" panose="02020603050405020304"/>
              </a:rPr>
              <a:t> </a:t>
            </a:r>
            <a:r>
              <a:rPr sz="2400" b="1" dirty="0">
                <a:solidFill>
                  <a:srgbClr val="FF9900"/>
                </a:solidFill>
                <a:latin typeface="Times New Roman" panose="02020603050405020304"/>
                <a:cs typeface="Times New Roman" panose="02020603050405020304"/>
              </a:rPr>
              <a:t>Education</a:t>
            </a:r>
            <a:r>
              <a:rPr sz="2400" b="1" spc="90" dirty="0">
                <a:solidFill>
                  <a:srgbClr val="FF9900"/>
                </a:solidFill>
                <a:latin typeface="Times New Roman" panose="02020603050405020304"/>
                <a:cs typeface="Times New Roman" panose="02020603050405020304"/>
              </a:rPr>
              <a:t> </a:t>
            </a:r>
            <a:r>
              <a:rPr sz="2400" b="1" dirty="0">
                <a:solidFill>
                  <a:srgbClr val="FF9900"/>
                </a:solidFill>
                <a:latin typeface="Times New Roman" panose="02020603050405020304"/>
                <a:cs typeface="Times New Roman" panose="02020603050405020304"/>
              </a:rPr>
              <a:t>Research</a:t>
            </a:r>
            <a:r>
              <a:rPr sz="2400" b="1" spc="90" dirty="0">
                <a:solidFill>
                  <a:srgbClr val="FF9900"/>
                </a:solidFill>
                <a:latin typeface="Times New Roman" panose="02020603050405020304"/>
                <a:cs typeface="Times New Roman" panose="02020603050405020304"/>
              </a:rPr>
              <a:t> </a:t>
            </a:r>
            <a:r>
              <a:rPr sz="2400" b="1" spc="-10" dirty="0">
                <a:solidFill>
                  <a:srgbClr val="FF9900"/>
                </a:solidFill>
                <a:latin typeface="Times New Roman" panose="02020603050405020304"/>
                <a:cs typeface="Times New Roman" panose="02020603050405020304"/>
              </a:rPr>
              <a:t>(CEER) </a:t>
            </a:r>
            <a:r>
              <a:rPr sz="2400" b="1" dirty="0">
                <a:solidFill>
                  <a:srgbClr val="0096A7"/>
                </a:solidFill>
                <a:latin typeface="Times New Roman" panose="02020603050405020304"/>
                <a:cs typeface="Times New Roman" panose="02020603050405020304"/>
              </a:rPr>
              <a:t>SOCIAL</a:t>
            </a:r>
            <a:r>
              <a:rPr sz="2400" b="1" spc="90" dirty="0">
                <a:solidFill>
                  <a:srgbClr val="0096A7"/>
                </a:solidFill>
                <a:latin typeface="Times New Roman" panose="02020603050405020304"/>
                <a:cs typeface="Times New Roman" panose="02020603050405020304"/>
              </a:rPr>
              <a:t> </a:t>
            </a:r>
            <a:r>
              <a:rPr sz="2400" b="1" dirty="0">
                <a:solidFill>
                  <a:srgbClr val="0096A7"/>
                </a:solidFill>
                <a:latin typeface="Times New Roman" panose="02020603050405020304"/>
                <a:cs typeface="Times New Roman" panose="02020603050405020304"/>
              </a:rPr>
              <a:t>INNOVATION</a:t>
            </a:r>
            <a:r>
              <a:rPr sz="2400" b="1" spc="100" dirty="0">
                <a:solidFill>
                  <a:srgbClr val="0096A7"/>
                </a:solidFill>
                <a:latin typeface="Times New Roman" panose="02020603050405020304"/>
                <a:cs typeface="Times New Roman" panose="02020603050405020304"/>
              </a:rPr>
              <a:t> </a:t>
            </a:r>
            <a:r>
              <a:rPr sz="2400" b="1" dirty="0">
                <a:solidFill>
                  <a:srgbClr val="0096A7"/>
                </a:solidFill>
                <a:latin typeface="Times New Roman" panose="02020603050405020304"/>
                <a:cs typeface="Times New Roman" panose="02020603050405020304"/>
              </a:rPr>
              <a:t>IN</a:t>
            </a:r>
            <a:r>
              <a:rPr sz="2400" b="1" spc="100" dirty="0">
                <a:solidFill>
                  <a:srgbClr val="0096A7"/>
                </a:solidFill>
                <a:latin typeface="Times New Roman" panose="02020603050405020304"/>
                <a:cs typeface="Times New Roman" panose="02020603050405020304"/>
              </a:rPr>
              <a:t> </a:t>
            </a:r>
            <a:r>
              <a:rPr sz="2400" b="1" spc="-10" dirty="0">
                <a:solidFill>
                  <a:srgbClr val="0096A7"/>
                </a:solidFill>
                <a:latin typeface="Times New Roman" panose="02020603050405020304"/>
                <a:cs typeface="Times New Roman" panose="02020603050405020304"/>
              </a:rPr>
              <a:t>PRACTICE</a:t>
            </a:r>
            <a:endParaRPr sz="2400" dirty="0">
              <a:latin typeface="Times New Roman" panose="02020603050405020304"/>
              <a:cs typeface="Times New Roman" panose="02020603050405020304"/>
            </a:endParaRPr>
          </a:p>
          <a:p>
            <a:pPr marL="4420870">
              <a:lnSpc>
                <a:spcPts val="2420"/>
              </a:lnSpc>
            </a:pPr>
            <a:r>
              <a:rPr sz="2400" b="1" dirty="0">
                <a:solidFill>
                  <a:srgbClr val="FF0000"/>
                </a:solidFill>
                <a:latin typeface="Times New Roman" panose="02020603050405020304"/>
                <a:cs typeface="Times New Roman" panose="02020603050405020304"/>
              </a:rPr>
              <a:t>A.Y</a:t>
            </a:r>
            <a:r>
              <a:rPr sz="2400" b="1" spc="70" dirty="0">
                <a:solidFill>
                  <a:srgbClr val="FF0000"/>
                </a:solidFill>
                <a:latin typeface="Times New Roman" panose="02020603050405020304"/>
                <a:cs typeface="Times New Roman" panose="02020603050405020304"/>
              </a:rPr>
              <a:t> </a:t>
            </a:r>
            <a:r>
              <a:rPr sz="2400" b="1" dirty="0">
                <a:solidFill>
                  <a:srgbClr val="FF0000"/>
                </a:solidFill>
                <a:latin typeface="Times New Roman" panose="02020603050405020304"/>
                <a:cs typeface="Times New Roman" panose="02020603050405020304"/>
              </a:rPr>
              <a:t>202</a:t>
            </a:r>
            <a:r>
              <a:rPr lang="en-US" sz="2400" b="1" dirty="0">
                <a:solidFill>
                  <a:srgbClr val="FF0000"/>
                </a:solidFill>
                <a:latin typeface="Times New Roman" panose="02020603050405020304"/>
                <a:cs typeface="Times New Roman" panose="02020603050405020304"/>
              </a:rPr>
              <a:t>4</a:t>
            </a:r>
            <a:r>
              <a:rPr sz="2400" b="1" dirty="0">
                <a:solidFill>
                  <a:srgbClr val="FF0000"/>
                </a:solidFill>
                <a:latin typeface="Times New Roman" panose="02020603050405020304"/>
                <a:cs typeface="Times New Roman" panose="02020603050405020304"/>
              </a:rPr>
              <a:t>-2</a:t>
            </a:r>
            <a:r>
              <a:rPr lang="en-US" sz="2400" b="1" dirty="0">
                <a:solidFill>
                  <a:srgbClr val="FF0000"/>
                </a:solidFill>
                <a:latin typeface="Times New Roman" panose="02020603050405020304"/>
                <a:cs typeface="Times New Roman" panose="02020603050405020304"/>
              </a:rPr>
              <a:t>5</a:t>
            </a:r>
            <a:r>
              <a:rPr sz="2400" b="1" spc="65" dirty="0">
                <a:solidFill>
                  <a:srgbClr val="FF0000"/>
                </a:solidFill>
                <a:latin typeface="Times New Roman" panose="02020603050405020304"/>
                <a:cs typeface="Times New Roman" panose="02020603050405020304"/>
              </a:rPr>
              <a:t> </a:t>
            </a:r>
            <a:r>
              <a:rPr sz="2400" b="1" dirty="0">
                <a:solidFill>
                  <a:srgbClr val="FF0000"/>
                </a:solidFill>
                <a:latin typeface="Times New Roman" panose="02020603050405020304"/>
                <a:cs typeface="Times New Roman" panose="02020603050405020304"/>
              </a:rPr>
              <a:t>I</a:t>
            </a:r>
            <a:r>
              <a:rPr lang="en-US" altLang="" sz="2400" b="1" dirty="0">
                <a:solidFill>
                  <a:srgbClr val="FF0000"/>
                </a:solidFill>
                <a:latin typeface="Times New Roman" panose="02020603050405020304"/>
                <a:cs typeface="Times New Roman" panose="02020603050405020304"/>
              </a:rPr>
              <a:t>V</a:t>
            </a:r>
            <a:r>
              <a:rPr sz="2400" b="1" spc="25" dirty="0">
                <a:solidFill>
                  <a:srgbClr val="FF0000"/>
                </a:solidFill>
                <a:latin typeface="Times New Roman" panose="02020603050405020304"/>
                <a:cs typeface="Times New Roman" panose="02020603050405020304"/>
              </a:rPr>
              <a:t> </a:t>
            </a:r>
            <a:r>
              <a:rPr sz="2400" b="1" spc="-10" dirty="0">
                <a:solidFill>
                  <a:srgbClr val="FF0000"/>
                </a:solidFill>
                <a:latin typeface="Times New Roman" panose="02020603050405020304"/>
                <a:cs typeface="Times New Roman" panose="02020603050405020304"/>
              </a:rPr>
              <a:t>SEMESTER</a:t>
            </a:r>
            <a:endParaRPr sz="2400" dirty="0">
              <a:latin typeface="Times New Roman" panose="02020603050405020304"/>
              <a:cs typeface="Times New Roman" panose="02020603050405020304"/>
            </a:endParaRPr>
          </a:p>
        </p:txBody>
      </p:sp>
      <p:grpSp>
        <p:nvGrpSpPr>
          <p:cNvPr id="9" name="object 9"/>
          <p:cNvGrpSpPr/>
          <p:nvPr/>
        </p:nvGrpSpPr>
        <p:grpSpPr>
          <a:xfrm>
            <a:off x="461268" y="575899"/>
            <a:ext cx="6188075" cy="5334000"/>
            <a:chOff x="461268" y="575899"/>
            <a:chExt cx="6188075" cy="5334000"/>
          </a:xfrm>
        </p:grpSpPr>
        <p:pic>
          <p:nvPicPr>
            <p:cNvPr id="10" name="object 10"/>
            <p:cNvPicPr/>
            <p:nvPr/>
          </p:nvPicPr>
          <p:blipFill>
            <a:blip r:embed="rId2" cstate="print"/>
            <a:stretch>
              <a:fillRect/>
            </a:stretch>
          </p:blipFill>
          <p:spPr>
            <a:xfrm>
              <a:off x="575898" y="575899"/>
              <a:ext cx="1355397" cy="1303042"/>
            </a:xfrm>
            <a:prstGeom prst="rect">
              <a:avLst/>
            </a:prstGeom>
          </p:spPr>
        </p:pic>
        <p:sp>
          <p:nvSpPr>
            <p:cNvPr id="11" name="object 11"/>
            <p:cNvSpPr/>
            <p:nvPr/>
          </p:nvSpPr>
          <p:spPr>
            <a:xfrm>
              <a:off x="508031" y="3072398"/>
              <a:ext cx="6094730" cy="625475"/>
            </a:xfrm>
            <a:custGeom>
              <a:avLst/>
              <a:gdLst/>
              <a:ahLst/>
              <a:cxnLst/>
              <a:rect l="l" t="t" r="r" b="b"/>
              <a:pathLst>
                <a:path w="6094730" h="625475">
                  <a:moveTo>
                    <a:pt x="6094442" y="0"/>
                  </a:moveTo>
                  <a:lnTo>
                    <a:pt x="0" y="0"/>
                  </a:lnTo>
                  <a:lnTo>
                    <a:pt x="0" y="625375"/>
                  </a:lnTo>
                  <a:lnTo>
                    <a:pt x="6094442" y="625375"/>
                  </a:lnTo>
                  <a:lnTo>
                    <a:pt x="6094442" y="0"/>
                  </a:lnTo>
                  <a:close/>
                </a:path>
              </a:pathLst>
            </a:custGeom>
            <a:solidFill>
              <a:srgbClr val="F8CA9C"/>
            </a:solidFill>
          </p:spPr>
          <p:txBody>
            <a:bodyPr wrap="square" lIns="0" tIns="0" rIns="0" bIns="0" rtlCol="0"/>
            <a:lstStyle/>
            <a:p>
              <a:endParaRPr/>
            </a:p>
          </p:txBody>
        </p:sp>
        <p:sp>
          <p:nvSpPr>
            <p:cNvPr id="12" name="object 12"/>
            <p:cNvSpPr/>
            <p:nvPr/>
          </p:nvSpPr>
          <p:spPr>
            <a:xfrm>
              <a:off x="484763" y="3049200"/>
              <a:ext cx="6141085" cy="2837180"/>
            </a:xfrm>
            <a:custGeom>
              <a:avLst/>
              <a:gdLst/>
              <a:ahLst/>
              <a:cxnLst/>
              <a:rect l="l" t="t" r="r" b="b"/>
              <a:pathLst>
                <a:path w="6141084" h="2837179">
                  <a:moveTo>
                    <a:pt x="0" y="648574"/>
                  </a:moveTo>
                  <a:lnTo>
                    <a:pt x="6140980" y="648574"/>
                  </a:lnTo>
                </a:path>
                <a:path w="6141084" h="2837179">
                  <a:moveTo>
                    <a:pt x="23268" y="0"/>
                  </a:moveTo>
                  <a:lnTo>
                    <a:pt x="23268" y="2836834"/>
                  </a:lnTo>
                </a:path>
                <a:path w="6141084" h="2837179">
                  <a:moveTo>
                    <a:pt x="6117711" y="0"/>
                  </a:moveTo>
                  <a:lnTo>
                    <a:pt x="6117711" y="2836834"/>
                  </a:lnTo>
                </a:path>
                <a:path w="6141084" h="2837179">
                  <a:moveTo>
                    <a:pt x="0" y="23268"/>
                  </a:moveTo>
                  <a:lnTo>
                    <a:pt x="6140980" y="23268"/>
                  </a:lnTo>
                </a:path>
                <a:path w="6141084" h="2837179">
                  <a:moveTo>
                    <a:pt x="0" y="2813565"/>
                  </a:moveTo>
                  <a:lnTo>
                    <a:pt x="6140980" y="2813565"/>
                  </a:lnTo>
                </a:path>
              </a:pathLst>
            </a:custGeom>
            <a:ln w="46537">
              <a:solidFill>
                <a:srgbClr val="FF00FF"/>
              </a:solidFill>
            </a:ln>
          </p:spPr>
          <p:txBody>
            <a:bodyPr wrap="square" lIns="0" tIns="0" rIns="0" bIns="0" rtlCol="0"/>
            <a:lstStyle/>
            <a:p>
              <a:endParaRPr/>
            </a:p>
          </p:txBody>
        </p:sp>
      </p:grpSp>
      <p:sp>
        <p:nvSpPr>
          <p:cNvPr id="13" name="object 13"/>
          <p:cNvSpPr txBox="1"/>
          <p:nvPr/>
        </p:nvSpPr>
        <p:spPr>
          <a:xfrm>
            <a:off x="518211" y="3733394"/>
            <a:ext cx="6048375" cy="1859483"/>
          </a:xfrm>
          <a:prstGeom prst="rect">
            <a:avLst/>
          </a:prstGeom>
        </p:spPr>
        <p:txBody>
          <a:bodyPr vert="horz" wrap="square" lIns="0" tIns="12700" rIns="0" bIns="0" rtlCol="0">
            <a:spAutoFit/>
          </a:bodyPr>
          <a:lstStyle/>
          <a:p>
            <a:pPr marL="565785" indent="-565785" algn="just">
              <a:buFont typeface="+mj-lt"/>
              <a:buAutoNum type="arabicPeriod"/>
            </a:pPr>
            <a:r>
              <a:rPr lang="en-US" sz="2000" dirty="0">
                <a:latin typeface="Times New Roman" panose="02020603050405020304" pitchFamily="18" charset="0"/>
                <a:cs typeface="Times New Roman" panose="02020603050405020304" pitchFamily="18" charset="0"/>
              </a:rPr>
              <a:t>J. NIKITHA                     - 22H51A0485</a:t>
            </a:r>
          </a:p>
          <a:p>
            <a:pPr marL="565785" indent="-565785" algn="just">
              <a:buFont typeface="+mj-lt"/>
              <a:buAutoNum type="arabicPeriod"/>
            </a:pPr>
            <a:r>
              <a:rPr lang="en-US" sz="2000" dirty="0">
                <a:latin typeface="Times New Roman" panose="02020603050405020304" pitchFamily="18" charset="0"/>
                <a:cs typeface="Times New Roman" panose="02020603050405020304" pitchFamily="18" charset="0"/>
              </a:rPr>
              <a:t>B. SIRI CHOWDARY    - 23H51A0410</a:t>
            </a:r>
          </a:p>
          <a:p>
            <a:pPr marL="565785" indent="-565785" algn="just">
              <a:buFont typeface="+mj-lt"/>
              <a:buAutoNum type="arabicPeriod"/>
            </a:pPr>
            <a:r>
              <a:rPr lang="en-US" sz="2000" dirty="0">
                <a:latin typeface="Times New Roman" panose="02020603050405020304" pitchFamily="18" charset="0"/>
                <a:cs typeface="Times New Roman" panose="02020603050405020304" pitchFamily="18" charset="0"/>
              </a:rPr>
              <a:t>M. PUSHPA LATHA     - 23H51A0434</a:t>
            </a:r>
          </a:p>
          <a:p>
            <a:pPr marL="565785" indent="-565785" algn="just">
              <a:buFont typeface="+mj-lt"/>
              <a:buAutoNum type="arabicPeriod"/>
            </a:pPr>
            <a:r>
              <a:rPr lang="en-US" sz="2000" dirty="0">
                <a:latin typeface="Times New Roman" panose="02020603050405020304" pitchFamily="18" charset="0"/>
                <a:cs typeface="Times New Roman" panose="02020603050405020304" pitchFamily="18" charset="0"/>
              </a:rPr>
              <a:t>K. SAHASRA                 - 23H51A04E2</a:t>
            </a:r>
          </a:p>
          <a:p>
            <a:pPr marL="565785" indent="-565785" algn="just">
              <a:buFont typeface="+mj-lt"/>
              <a:buAutoNum type="arabicPeriod"/>
            </a:pPr>
            <a:r>
              <a:rPr lang="en-US" sz="2000" dirty="0">
                <a:latin typeface="Times New Roman" panose="02020603050405020304" pitchFamily="18" charset="0"/>
                <a:cs typeface="Times New Roman" panose="02020603050405020304" pitchFamily="18" charset="0"/>
              </a:rPr>
              <a:t>T. VARUN KUMAR      - 23H51A04H4</a:t>
            </a:r>
          </a:p>
          <a:p>
            <a:pPr marL="565785" indent="-565785" algn="just">
              <a:buFont typeface="+mj-lt"/>
              <a:buAutoNum type="arabicPeriod"/>
            </a:pPr>
            <a:r>
              <a:rPr lang="en-IN" sz="2000" dirty="0">
                <a:latin typeface="Times New Roman" panose="02020603050405020304" pitchFamily="18" charset="0"/>
                <a:cs typeface="Times New Roman" panose="02020603050405020304" pitchFamily="18" charset="0"/>
              </a:rPr>
              <a:t>G. SRUJAN REDDY      -23H51A04Q6</a:t>
            </a:r>
            <a:endParaRPr lang="en-US" sz="2000" dirty="0">
              <a:latin typeface="Times New Roman" panose="02020603050405020304" pitchFamily="18" charset="0"/>
              <a:cs typeface="Times New Roman" panose="02020603050405020304" pitchFamily="18" charset="0"/>
            </a:endParaRPr>
          </a:p>
        </p:txBody>
      </p:sp>
      <p:grpSp>
        <p:nvGrpSpPr>
          <p:cNvPr id="14" name="object 14"/>
          <p:cNvGrpSpPr/>
          <p:nvPr/>
        </p:nvGrpSpPr>
        <p:grpSpPr>
          <a:xfrm>
            <a:off x="6684922" y="3049200"/>
            <a:ext cx="6254750" cy="2423160"/>
            <a:chOff x="6684922" y="3049200"/>
            <a:chExt cx="6254750" cy="2423160"/>
          </a:xfrm>
        </p:grpSpPr>
        <p:sp>
          <p:nvSpPr>
            <p:cNvPr id="15" name="object 15"/>
            <p:cNvSpPr/>
            <p:nvPr/>
          </p:nvSpPr>
          <p:spPr>
            <a:xfrm>
              <a:off x="6708191" y="3072460"/>
              <a:ext cx="6208395" cy="621030"/>
            </a:xfrm>
            <a:custGeom>
              <a:avLst/>
              <a:gdLst/>
              <a:ahLst/>
              <a:cxnLst/>
              <a:rect l="l" t="t" r="r" b="b"/>
              <a:pathLst>
                <a:path w="6208395" h="621029">
                  <a:moveTo>
                    <a:pt x="6207838" y="0"/>
                  </a:moveTo>
                  <a:lnTo>
                    <a:pt x="0" y="0"/>
                  </a:lnTo>
                  <a:lnTo>
                    <a:pt x="0" y="620970"/>
                  </a:lnTo>
                  <a:lnTo>
                    <a:pt x="6207838" y="620970"/>
                  </a:lnTo>
                  <a:lnTo>
                    <a:pt x="6207838" y="0"/>
                  </a:lnTo>
                  <a:close/>
                </a:path>
              </a:pathLst>
            </a:custGeom>
            <a:solidFill>
              <a:srgbClr val="F8CA9C"/>
            </a:solidFill>
          </p:spPr>
          <p:txBody>
            <a:bodyPr wrap="square" lIns="0" tIns="0" rIns="0" bIns="0" rtlCol="0"/>
            <a:lstStyle/>
            <a:p>
              <a:endParaRPr/>
            </a:p>
          </p:txBody>
        </p:sp>
        <p:sp>
          <p:nvSpPr>
            <p:cNvPr id="16" name="object 16"/>
            <p:cNvSpPr/>
            <p:nvPr/>
          </p:nvSpPr>
          <p:spPr>
            <a:xfrm>
              <a:off x="6684922" y="3049200"/>
              <a:ext cx="6254750" cy="2423160"/>
            </a:xfrm>
            <a:custGeom>
              <a:avLst/>
              <a:gdLst/>
              <a:ahLst/>
              <a:cxnLst/>
              <a:rect l="l" t="t" r="r" b="b"/>
              <a:pathLst>
                <a:path w="6254750" h="2423160">
                  <a:moveTo>
                    <a:pt x="0" y="644230"/>
                  </a:moveTo>
                  <a:lnTo>
                    <a:pt x="6254375" y="644230"/>
                  </a:lnTo>
                </a:path>
                <a:path w="6254750" h="2423160">
                  <a:moveTo>
                    <a:pt x="23268" y="0"/>
                  </a:moveTo>
                  <a:lnTo>
                    <a:pt x="23268" y="2422807"/>
                  </a:lnTo>
                </a:path>
                <a:path w="6254750" h="2423160">
                  <a:moveTo>
                    <a:pt x="6231107" y="0"/>
                  </a:moveTo>
                  <a:lnTo>
                    <a:pt x="6231107" y="2422807"/>
                  </a:lnTo>
                </a:path>
                <a:path w="6254750" h="2423160">
                  <a:moveTo>
                    <a:pt x="0" y="23268"/>
                  </a:moveTo>
                  <a:lnTo>
                    <a:pt x="6254375" y="23268"/>
                  </a:lnTo>
                </a:path>
                <a:path w="6254750" h="2423160">
                  <a:moveTo>
                    <a:pt x="0" y="2399539"/>
                  </a:moveTo>
                  <a:lnTo>
                    <a:pt x="6254375" y="2399539"/>
                  </a:lnTo>
                </a:path>
              </a:pathLst>
            </a:custGeom>
            <a:ln w="46537">
              <a:solidFill>
                <a:srgbClr val="FF00FF"/>
              </a:solidFill>
            </a:ln>
          </p:spPr>
          <p:txBody>
            <a:bodyPr wrap="square" lIns="0" tIns="0" rIns="0" bIns="0" rtlCol="0"/>
            <a:lstStyle/>
            <a:p>
              <a:endParaRPr/>
            </a:p>
          </p:txBody>
        </p:sp>
      </p:grpSp>
      <p:sp>
        <p:nvSpPr>
          <p:cNvPr id="17" name="object 17"/>
          <p:cNvSpPr txBox="1"/>
          <p:nvPr/>
        </p:nvSpPr>
        <p:spPr>
          <a:xfrm>
            <a:off x="518211" y="2317851"/>
            <a:ext cx="12383770" cy="1306830"/>
          </a:xfrm>
          <a:prstGeom prst="rect">
            <a:avLst/>
          </a:prstGeom>
        </p:spPr>
        <p:txBody>
          <a:bodyPr vert="horz" wrap="square" lIns="0" tIns="153035" rIns="0" bIns="0" rtlCol="0">
            <a:spAutoFit/>
          </a:bodyPr>
          <a:lstStyle/>
          <a:p>
            <a:pPr marR="27940" algn="ctr">
              <a:lnSpc>
                <a:spcPct val="100000"/>
              </a:lnSpc>
              <a:spcBef>
                <a:spcPts val="1205"/>
              </a:spcBef>
            </a:pPr>
            <a:r>
              <a:rPr lang="en-IN" sz="3650" b="1" spc="-10" dirty="0">
                <a:solidFill>
                  <a:srgbClr val="7030A0"/>
                </a:solidFill>
                <a:latin typeface="Times New Roman" panose="02020603050405020304"/>
                <a:cs typeface="Times New Roman" panose="02020603050405020304"/>
              </a:rPr>
              <a:t>AUTO SHOP CART</a:t>
            </a:r>
            <a:endParaRPr lang="en-IN" sz="3650" b="1" dirty="0">
              <a:solidFill>
                <a:srgbClr val="7030A0"/>
              </a:solidFill>
              <a:latin typeface="Times New Roman" panose="02020603050405020304"/>
              <a:cs typeface="Times New Roman" panose="02020603050405020304"/>
            </a:endParaRPr>
          </a:p>
          <a:p>
            <a:pPr marL="577850" algn="ctr">
              <a:lnSpc>
                <a:spcPct val="100000"/>
              </a:lnSpc>
              <a:spcBef>
                <a:spcPts val="935"/>
              </a:spcBef>
              <a:tabLst>
                <a:tab pos="6212205" algn="l"/>
              </a:tabLst>
            </a:pPr>
            <a:r>
              <a:rPr sz="3050" b="1" dirty="0">
                <a:solidFill>
                  <a:srgbClr val="1154CC"/>
                </a:solidFill>
                <a:latin typeface="Calibri" panose="020F0502020204030204"/>
                <a:cs typeface="Calibri" panose="020F0502020204030204"/>
              </a:rPr>
              <a:t>Team</a:t>
            </a:r>
            <a:r>
              <a:rPr sz="3050" b="1" spc="-50" dirty="0">
                <a:solidFill>
                  <a:srgbClr val="1154CC"/>
                </a:solidFill>
                <a:latin typeface="Calibri" panose="020F0502020204030204"/>
                <a:cs typeface="Calibri" panose="020F0502020204030204"/>
              </a:rPr>
              <a:t> </a:t>
            </a:r>
            <a:r>
              <a:rPr sz="3050" b="1" spc="-10" dirty="0">
                <a:solidFill>
                  <a:srgbClr val="1154CC"/>
                </a:solidFill>
                <a:latin typeface="Calibri" panose="020F0502020204030204"/>
                <a:cs typeface="Calibri" panose="020F0502020204030204"/>
              </a:rPr>
              <a:t>Details</a:t>
            </a:r>
            <a:r>
              <a:rPr sz="3050" b="1" dirty="0">
                <a:solidFill>
                  <a:srgbClr val="1154CC"/>
                </a:solidFill>
                <a:latin typeface="Calibri" panose="020F0502020204030204"/>
                <a:cs typeface="Calibri" panose="020F0502020204030204"/>
              </a:rPr>
              <a:t>	Faculty</a:t>
            </a:r>
            <a:r>
              <a:rPr sz="3050" b="1" spc="-80" dirty="0">
                <a:solidFill>
                  <a:srgbClr val="1154CC"/>
                </a:solidFill>
                <a:latin typeface="Calibri" panose="020F0502020204030204"/>
                <a:cs typeface="Calibri" panose="020F0502020204030204"/>
              </a:rPr>
              <a:t> </a:t>
            </a:r>
            <a:r>
              <a:rPr sz="3050" b="1" spc="-10" dirty="0">
                <a:solidFill>
                  <a:srgbClr val="1154CC"/>
                </a:solidFill>
                <a:latin typeface="Calibri" panose="020F0502020204030204"/>
                <a:cs typeface="Calibri" panose="020F0502020204030204"/>
              </a:rPr>
              <a:t>Coordinators</a:t>
            </a:r>
            <a:endParaRPr sz="3050" dirty="0">
              <a:latin typeface="Calibri" panose="020F0502020204030204"/>
              <a:cs typeface="Calibri" panose="020F0502020204030204"/>
            </a:endParaRPr>
          </a:p>
        </p:txBody>
      </p:sp>
      <p:sp>
        <p:nvSpPr>
          <p:cNvPr id="18" name="object 18"/>
          <p:cNvSpPr txBox="1"/>
          <p:nvPr/>
        </p:nvSpPr>
        <p:spPr>
          <a:xfrm>
            <a:off x="6772621" y="3938740"/>
            <a:ext cx="6161405" cy="1581010"/>
          </a:xfrm>
          <a:prstGeom prst="rect">
            <a:avLst/>
          </a:prstGeom>
        </p:spPr>
        <p:txBody>
          <a:bodyPr vert="horz" wrap="square" lIns="0" tIns="12700" rIns="0" bIns="0" rtlCol="0">
            <a:spAutoFit/>
          </a:bodyPr>
          <a:lstStyle/>
          <a:p>
            <a:pPr marL="231140">
              <a:lnSpc>
                <a:spcPts val="1375"/>
              </a:lnSpc>
              <a:spcBef>
                <a:spcPts val="1230"/>
              </a:spcBef>
              <a:buNone/>
              <a:tabLst>
                <a:tab pos="419735" algn="l"/>
              </a:tabLst>
            </a:pPr>
            <a:r>
              <a:rPr lang="en-US" sz="2400" dirty="0">
                <a:effectLst/>
                <a:latin typeface="Times New Roman" panose="02020603050405020304" pitchFamily="18" charset="0"/>
                <a:ea typeface="Times New Roman" panose="02020603050405020304" pitchFamily="18" charset="0"/>
              </a:rPr>
              <a:t>1. </a:t>
            </a:r>
            <a:r>
              <a:rPr lang="en-US" sz="2400" dirty="0" err="1">
                <a:effectLst/>
                <a:latin typeface="Times New Roman" panose="02020603050405020304" pitchFamily="18" charset="0"/>
                <a:ea typeface="Times New Roman" panose="02020603050405020304" pitchFamily="18" charset="0"/>
              </a:rPr>
              <a:t>Mr.B</a:t>
            </a:r>
            <a:r>
              <a:rPr lang="en-US" sz="2400" dirty="0">
                <a:effectLst/>
                <a:latin typeface="Times New Roman" panose="02020603050405020304" pitchFamily="18" charset="0"/>
                <a:ea typeface="Times New Roman" panose="02020603050405020304" pitchFamily="18" charset="0"/>
              </a:rPr>
              <a:t>. Suresh Ram, HOD CEER</a:t>
            </a:r>
            <a:endParaRPr lang="en-IN" sz="2400" dirty="0">
              <a:effectLst/>
              <a:latin typeface="Times New Roman" panose="02020603050405020304" pitchFamily="18" charset="0"/>
              <a:ea typeface="Times New Roman" panose="02020603050405020304" pitchFamily="18" charset="0"/>
            </a:endParaRPr>
          </a:p>
          <a:p>
            <a:pPr marL="231140">
              <a:lnSpc>
                <a:spcPts val="1375"/>
              </a:lnSpc>
              <a:spcBef>
                <a:spcPts val="1230"/>
              </a:spcBef>
              <a:buNone/>
              <a:tabLst>
                <a:tab pos="419735" algn="l"/>
              </a:tabLst>
            </a:pPr>
            <a:r>
              <a:rPr lang="en-US" sz="2400" dirty="0">
                <a:effectLst/>
                <a:latin typeface="Times New Roman" panose="02020603050405020304" pitchFamily="18" charset="0"/>
                <a:ea typeface="Times New Roman" panose="02020603050405020304" pitchFamily="18" charset="0"/>
              </a:rPr>
              <a:t>2 . </a:t>
            </a:r>
            <a:r>
              <a:rPr lang="en-US" sz="2400" dirty="0" err="1">
                <a:effectLst/>
                <a:latin typeface="Times New Roman" panose="02020603050405020304" pitchFamily="18" charset="0"/>
                <a:ea typeface="Times New Roman" panose="02020603050405020304" pitchFamily="18" charset="0"/>
              </a:rPr>
              <a:t>K.Raju</a:t>
            </a:r>
            <a:r>
              <a:rPr lang="en-US" sz="2400" dirty="0">
                <a:effectLst/>
                <a:latin typeface="Times New Roman" panose="02020603050405020304" pitchFamily="18" charset="0"/>
                <a:ea typeface="Times New Roman" panose="02020603050405020304" pitchFamily="18" charset="0"/>
              </a:rPr>
              <a:t>, Asst. </a:t>
            </a:r>
            <a:r>
              <a:rPr lang="en-US" sz="2400" dirty="0" err="1">
                <a:effectLst/>
                <a:latin typeface="Times New Roman" panose="02020603050405020304" pitchFamily="18" charset="0"/>
                <a:ea typeface="Times New Roman" panose="02020603050405020304" pitchFamily="18" charset="0"/>
              </a:rPr>
              <a:t>Professor,CEER</a:t>
            </a:r>
            <a:r>
              <a:rPr lang="en-US" sz="2400" dirty="0">
                <a:effectLst/>
                <a:latin typeface="Times New Roman" panose="02020603050405020304" pitchFamily="18" charset="0"/>
                <a:ea typeface="Times New Roman" panose="02020603050405020304" pitchFamily="18" charset="0"/>
              </a:rPr>
              <a:t> ECE</a:t>
            </a:r>
            <a:endParaRPr lang="en-IN" sz="2400" dirty="0">
              <a:effectLst/>
              <a:latin typeface="Times New Roman" panose="02020603050405020304" pitchFamily="18" charset="0"/>
              <a:ea typeface="Times New Roman" panose="02020603050405020304" pitchFamily="18" charset="0"/>
            </a:endParaRPr>
          </a:p>
          <a:p>
            <a:pPr marL="231140">
              <a:lnSpc>
                <a:spcPts val="1375"/>
              </a:lnSpc>
              <a:spcBef>
                <a:spcPts val="1230"/>
              </a:spcBef>
              <a:buNone/>
              <a:tabLst>
                <a:tab pos="419735" algn="l"/>
              </a:tabLst>
            </a:pPr>
            <a:r>
              <a:rPr lang="en-US" sz="2400" dirty="0">
                <a:effectLst/>
                <a:latin typeface="Times New Roman" panose="02020603050405020304" pitchFamily="18" charset="0"/>
                <a:ea typeface="Times New Roman" panose="02020603050405020304" pitchFamily="18" charset="0"/>
              </a:rPr>
              <a:t>3 . </a:t>
            </a:r>
            <a:r>
              <a:rPr lang="en-US" sz="2400" dirty="0" err="1">
                <a:effectLst/>
                <a:latin typeface="Times New Roman" panose="02020603050405020304" pitchFamily="18" charset="0"/>
                <a:ea typeface="Times New Roman" panose="02020603050405020304" pitchFamily="18" charset="0"/>
              </a:rPr>
              <a:t>Mr.S.Suresh</a:t>
            </a:r>
            <a:r>
              <a:rPr lang="en-US" sz="2400" dirty="0">
                <a:effectLst/>
                <a:latin typeface="Times New Roman" panose="02020603050405020304" pitchFamily="18" charset="0"/>
                <a:ea typeface="Times New Roman" panose="02020603050405020304" pitchFamily="18" charset="0"/>
              </a:rPr>
              <a:t> Asst </a:t>
            </a:r>
            <a:r>
              <a:rPr lang="en-US" sz="2400" dirty="0" err="1">
                <a:effectLst/>
                <a:latin typeface="Times New Roman" panose="02020603050405020304" pitchFamily="18" charset="0"/>
                <a:ea typeface="Times New Roman" panose="02020603050405020304" pitchFamily="18" charset="0"/>
              </a:rPr>
              <a:t>Pofessor,CEER</a:t>
            </a:r>
            <a:r>
              <a:rPr lang="en-US" sz="2400" dirty="0">
                <a:effectLst/>
                <a:latin typeface="Times New Roman" panose="02020603050405020304" pitchFamily="18" charset="0"/>
                <a:ea typeface="Times New Roman" panose="02020603050405020304" pitchFamily="18" charset="0"/>
              </a:rPr>
              <a:t> IT</a:t>
            </a:r>
            <a:endParaRPr lang="en-IN" sz="2400" dirty="0">
              <a:effectLst/>
              <a:latin typeface="Times New Roman" panose="02020603050405020304" pitchFamily="18" charset="0"/>
              <a:ea typeface="Times New Roman" panose="02020603050405020304" pitchFamily="18" charset="0"/>
            </a:endParaRPr>
          </a:p>
          <a:p>
            <a:pPr marL="231140">
              <a:lnSpc>
                <a:spcPts val="1375"/>
              </a:lnSpc>
              <a:spcBef>
                <a:spcPts val="1230"/>
              </a:spcBef>
              <a:tabLst>
                <a:tab pos="419735" algn="l"/>
              </a:tabLst>
            </a:pPr>
            <a:r>
              <a:rPr lang="en-US" sz="2400" dirty="0">
                <a:effectLst/>
                <a:latin typeface="Times New Roman" panose="02020603050405020304" pitchFamily="18" charset="0"/>
                <a:ea typeface="Times New Roman" panose="02020603050405020304" pitchFamily="18" charset="0"/>
              </a:rPr>
              <a:t>4 . Mr. P. Senthil, Asst </a:t>
            </a:r>
            <a:r>
              <a:rPr lang="en-US" sz="2400" dirty="0" err="1">
                <a:effectLst/>
                <a:latin typeface="Times New Roman" panose="02020603050405020304" pitchFamily="18" charset="0"/>
                <a:ea typeface="Times New Roman" panose="02020603050405020304" pitchFamily="18" charset="0"/>
              </a:rPr>
              <a:t>Professor,CEER</a:t>
            </a:r>
            <a:r>
              <a:rPr lang="en-US" sz="2400" dirty="0">
                <a:effectLst/>
                <a:latin typeface="Times New Roman" panose="02020603050405020304" pitchFamily="18" charset="0"/>
                <a:ea typeface="Times New Roman" panose="02020603050405020304" pitchFamily="18" charset="0"/>
              </a:rPr>
              <a:t> CSM</a:t>
            </a:r>
            <a:endParaRPr lang="en-IN" sz="2400" b="1" dirty="0">
              <a:solidFill>
                <a:srgbClr val="1154CC"/>
              </a:solidFill>
              <a:effectLst/>
              <a:latin typeface="Calibri" panose="020F0502020204030204"/>
              <a:ea typeface="Times New Roman" panose="02020603050405020304" pitchFamily="18" charset="0"/>
              <a:cs typeface="Calibri" panose="020F0502020204030204"/>
            </a:endParaRPr>
          </a:p>
          <a:p>
            <a:pPr marL="231140">
              <a:lnSpc>
                <a:spcPts val="1375"/>
              </a:lnSpc>
              <a:spcBef>
                <a:spcPts val="1230"/>
              </a:spcBef>
              <a:tabLst>
                <a:tab pos="419735" algn="l"/>
              </a:tabLst>
            </a:pPr>
            <a:endParaRPr lang="en-IN" sz="2400" b="1" dirty="0">
              <a:solidFill>
                <a:srgbClr val="1154CC"/>
              </a:solidFill>
              <a:latin typeface="Calibri" panose="020F0502020204030204"/>
              <a:cs typeface="Calibri" panose="020F0502020204030204"/>
            </a:endParaRPr>
          </a:p>
        </p:txBody>
      </p:sp>
      <p:graphicFrame>
        <p:nvGraphicFramePr>
          <p:cNvPr id="19" name="object 19"/>
          <p:cNvGraphicFramePr>
            <a:graphicFrameLocks noGrp="1"/>
          </p:cNvGraphicFramePr>
          <p:nvPr>
            <p:extLst>
              <p:ext uri="{D42A27DB-BD31-4B8C-83A1-F6EECF244321}">
                <p14:modId xmlns:p14="http://schemas.microsoft.com/office/powerpoint/2010/main" val="276440472"/>
              </p:ext>
            </p:extLst>
          </p:nvPr>
        </p:nvGraphicFramePr>
        <p:xfrm>
          <a:off x="413987" y="8027678"/>
          <a:ext cx="12480924" cy="12143423"/>
        </p:xfrm>
        <a:graphic>
          <a:graphicData uri="http://schemas.openxmlformats.org/drawingml/2006/table">
            <a:tbl>
              <a:tblPr firstRow="1" bandRow="1">
                <a:tableStyleId>{2D5ABB26-0587-4C30-8999-92F81FD0307C}</a:tableStyleId>
              </a:tblPr>
              <a:tblGrid>
                <a:gridCol w="6081395">
                  <a:extLst>
                    <a:ext uri="{9D8B030D-6E8A-4147-A177-3AD203B41FA5}">
                      <a16:colId xmlns:a16="http://schemas.microsoft.com/office/drawing/2014/main" val="20000"/>
                    </a:ext>
                  </a:extLst>
                </a:gridCol>
                <a:gridCol w="186689">
                  <a:extLst>
                    <a:ext uri="{9D8B030D-6E8A-4147-A177-3AD203B41FA5}">
                      <a16:colId xmlns:a16="http://schemas.microsoft.com/office/drawing/2014/main" val="20001"/>
                    </a:ext>
                  </a:extLst>
                </a:gridCol>
                <a:gridCol w="6212840">
                  <a:extLst>
                    <a:ext uri="{9D8B030D-6E8A-4147-A177-3AD203B41FA5}">
                      <a16:colId xmlns:a16="http://schemas.microsoft.com/office/drawing/2014/main" val="20002"/>
                    </a:ext>
                  </a:extLst>
                </a:gridCol>
              </a:tblGrid>
              <a:tr h="698500">
                <a:tc rowSpan="2" gridSpan="2">
                  <a:txBody>
                    <a:bodyPr/>
                    <a:lstStyle/>
                    <a:p>
                      <a:pPr marL="100330">
                        <a:lnSpc>
                          <a:spcPts val="2510"/>
                        </a:lnSpc>
                      </a:pPr>
                      <a:endParaRPr sz="2400" dirty="0">
                        <a:latin typeface="Arial MT"/>
                        <a:cs typeface="Arial MT"/>
                      </a:endParaRPr>
                    </a:p>
                  </a:txBody>
                  <a:tcPr marL="0" marR="0" marT="0" marB="0">
                    <a:lnR w="57150">
                      <a:solidFill>
                        <a:srgbClr val="FF00FF"/>
                      </a:solidFill>
                      <a:prstDash val="solid"/>
                    </a:lnR>
                    <a:lnB w="57150">
                      <a:solidFill>
                        <a:srgbClr val="FF00FF"/>
                      </a:solidFill>
                      <a:prstDash val="solid"/>
                    </a:lnB>
                  </a:tcPr>
                </a:tc>
                <a:tc rowSpan="2" hMerge="1">
                  <a:txBody>
                    <a:bodyPr/>
                    <a:lstStyle/>
                    <a:p>
                      <a:endParaRPr lang="en-US"/>
                    </a:p>
                  </a:txBody>
                  <a:tcPr marL="0" marR="0" marT="0" marB="0"/>
                </a:tc>
                <a:tc>
                  <a:txBody>
                    <a:bodyPr/>
                    <a:lstStyle/>
                    <a:p>
                      <a:pPr algn="ctr">
                        <a:lnSpc>
                          <a:spcPct val="100000"/>
                        </a:lnSpc>
                        <a:spcBef>
                          <a:spcPts val="630"/>
                        </a:spcBef>
                      </a:pPr>
                      <a:r>
                        <a:rPr sz="2950" b="1" dirty="0">
                          <a:solidFill>
                            <a:srgbClr val="1154CC"/>
                          </a:solidFill>
                          <a:latin typeface="Calibri" panose="020F0502020204030204"/>
                          <a:cs typeface="Calibri" panose="020F0502020204030204"/>
                        </a:rPr>
                        <a:t>User</a:t>
                      </a:r>
                      <a:r>
                        <a:rPr sz="2950" b="1" spc="45" dirty="0">
                          <a:solidFill>
                            <a:srgbClr val="1154CC"/>
                          </a:solidFill>
                          <a:latin typeface="Calibri" panose="020F0502020204030204"/>
                          <a:cs typeface="Calibri" panose="020F0502020204030204"/>
                        </a:rPr>
                        <a:t> </a:t>
                      </a:r>
                      <a:r>
                        <a:rPr sz="2950" b="1" spc="-10" dirty="0">
                          <a:solidFill>
                            <a:srgbClr val="1154CC"/>
                          </a:solidFill>
                          <a:latin typeface="Calibri" panose="020F0502020204030204"/>
                          <a:cs typeface="Calibri" panose="020F0502020204030204"/>
                        </a:rPr>
                        <a:t>requirement</a:t>
                      </a:r>
                      <a:endParaRPr sz="2950">
                        <a:latin typeface="Calibri" panose="020F0502020204030204"/>
                        <a:cs typeface="Calibri" panose="020F0502020204030204"/>
                      </a:endParaRPr>
                    </a:p>
                  </a:txBody>
                  <a:tcPr marL="0" marR="0" marT="80010" marB="0">
                    <a:lnL w="57150">
                      <a:solidFill>
                        <a:srgbClr val="FF00FF"/>
                      </a:solidFill>
                      <a:prstDash val="solid"/>
                    </a:lnL>
                    <a:lnR w="57150">
                      <a:solidFill>
                        <a:srgbClr val="FF00FF"/>
                      </a:solidFill>
                      <a:prstDash val="solid"/>
                    </a:lnR>
                    <a:lnT w="57150">
                      <a:solidFill>
                        <a:srgbClr val="FF00FF"/>
                      </a:solidFill>
                      <a:prstDash val="solid"/>
                    </a:lnT>
                    <a:lnB w="57150">
                      <a:solidFill>
                        <a:srgbClr val="FF00FF"/>
                      </a:solidFill>
                      <a:prstDash val="solid"/>
                    </a:lnB>
                    <a:solidFill>
                      <a:srgbClr val="F8CA9C"/>
                    </a:solidFill>
                  </a:tcPr>
                </a:tc>
                <a:extLst>
                  <a:ext uri="{0D108BD9-81ED-4DB2-BD59-A6C34878D82A}">
                    <a16:rowId xmlns:a16="http://schemas.microsoft.com/office/drawing/2014/main" val="10000"/>
                  </a:ext>
                </a:extLst>
              </a:tr>
              <a:tr h="254635">
                <a:tc gridSpan="2" vMerge="1">
                  <a:txBody>
                    <a:bodyPr/>
                    <a:lstStyle/>
                    <a:p>
                      <a:endParaRPr lang="en-US"/>
                    </a:p>
                  </a:txBody>
                  <a:tcPr marL="0" marR="0" marT="0" marB="0">
                    <a:lnR w="57150">
                      <a:solidFill>
                        <a:srgbClr val="FF00FF"/>
                      </a:solidFill>
                      <a:prstDash val="solid"/>
                    </a:lnR>
                    <a:lnB w="57150">
                      <a:solidFill>
                        <a:srgbClr val="FF00FF"/>
                      </a:solidFill>
                      <a:prstDash val="solid"/>
                    </a:lnB>
                  </a:tcPr>
                </a:tc>
                <a:tc hMerge="1" vMerge="1">
                  <a:txBody>
                    <a:bodyPr/>
                    <a:lstStyle/>
                    <a:p>
                      <a:endParaRPr lang="en-US"/>
                    </a:p>
                  </a:txBody>
                  <a:tcPr marL="0" marR="0" marT="0" marB="0"/>
                </a:tc>
                <a:tc rowSpan="3">
                  <a:txBody>
                    <a:bodyPr/>
                    <a:lstStyle/>
                    <a:p>
                      <a:pPr marL="54610" marR="43815">
                        <a:lnSpc>
                          <a:spcPct val="118000"/>
                        </a:lnSpc>
                        <a:spcBef>
                          <a:spcPts val="75"/>
                        </a:spcBef>
                        <a:tabLst>
                          <a:tab pos="476250" algn="l"/>
                          <a:tab pos="1535430" algn="l"/>
                          <a:tab pos="2059305" algn="l"/>
                          <a:tab pos="3601720" algn="l"/>
                          <a:tab pos="4281170" algn="l"/>
                          <a:tab pos="4805680" algn="l"/>
                          <a:tab pos="5796915" algn="l"/>
                        </a:tabLst>
                      </a:pPr>
                      <a:r>
                        <a:rPr sz="2400" spc="-25" dirty="0">
                          <a:latin typeface="Times New Roman" panose="02020603050405020304"/>
                          <a:cs typeface="Times New Roman" panose="02020603050405020304"/>
                        </a:rPr>
                        <a:t>It</a:t>
                      </a:r>
                      <a:r>
                        <a:rPr sz="2400" dirty="0">
                          <a:latin typeface="Times New Roman" panose="02020603050405020304"/>
                          <a:cs typeface="Times New Roman" panose="02020603050405020304"/>
                        </a:rPr>
                        <a:t>	</a:t>
                      </a:r>
                      <a:r>
                        <a:rPr sz="2400" spc="-10" dirty="0">
                          <a:latin typeface="Times New Roman" panose="02020603050405020304"/>
                          <a:cs typeface="Times New Roman" panose="02020603050405020304"/>
                        </a:rPr>
                        <a:t>should</a:t>
                      </a:r>
                      <a:r>
                        <a:rPr sz="2400" dirty="0">
                          <a:latin typeface="Times New Roman" panose="02020603050405020304"/>
                          <a:cs typeface="Times New Roman" panose="02020603050405020304"/>
                        </a:rPr>
                        <a:t>	</a:t>
                      </a:r>
                      <a:r>
                        <a:rPr sz="2400" spc="-25" dirty="0">
                          <a:latin typeface="Times New Roman" panose="02020603050405020304"/>
                          <a:cs typeface="Times New Roman" panose="02020603050405020304"/>
                        </a:rPr>
                        <a:t>be</a:t>
                      </a:r>
                      <a:r>
                        <a:rPr sz="2400" dirty="0">
                          <a:latin typeface="Times New Roman" panose="02020603050405020304"/>
                          <a:cs typeface="Times New Roman" panose="02020603050405020304"/>
                        </a:rPr>
                        <a:t>	</a:t>
                      </a:r>
                      <a:r>
                        <a:rPr sz="2400" spc="-10" dirty="0">
                          <a:latin typeface="Times New Roman" panose="02020603050405020304"/>
                          <a:cs typeface="Times New Roman" panose="02020603050405020304"/>
                        </a:rPr>
                        <a:t>interactive</a:t>
                      </a:r>
                      <a:r>
                        <a:rPr sz="2400" dirty="0">
                          <a:latin typeface="Times New Roman" panose="02020603050405020304"/>
                          <a:cs typeface="Times New Roman" panose="02020603050405020304"/>
                        </a:rPr>
                        <a:t>	</a:t>
                      </a:r>
                      <a:r>
                        <a:rPr sz="2400" spc="-25" dirty="0">
                          <a:latin typeface="Times New Roman" panose="02020603050405020304"/>
                          <a:cs typeface="Times New Roman" panose="02020603050405020304"/>
                        </a:rPr>
                        <a:t>and</a:t>
                      </a:r>
                      <a:r>
                        <a:rPr sz="2400" dirty="0">
                          <a:latin typeface="Times New Roman" panose="02020603050405020304"/>
                          <a:cs typeface="Times New Roman" panose="02020603050405020304"/>
                        </a:rPr>
                        <a:t>	</a:t>
                      </a:r>
                      <a:r>
                        <a:rPr sz="2400" spc="-25" dirty="0">
                          <a:latin typeface="Times New Roman" panose="02020603050405020304"/>
                          <a:cs typeface="Times New Roman" panose="02020603050405020304"/>
                        </a:rPr>
                        <a:t>be</a:t>
                      </a:r>
                      <a:r>
                        <a:rPr sz="2400" dirty="0">
                          <a:latin typeface="Times New Roman" panose="02020603050405020304"/>
                          <a:cs typeface="Times New Roman" panose="02020603050405020304"/>
                        </a:rPr>
                        <a:t>	</a:t>
                      </a:r>
                      <a:r>
                        <a:rPr sz="2400" spc="-10" dirty="0">
                          <a:latin typeface="Times New Roman" panose="02020603050405020304"/>
                          <a:cs typeface="Times New Roman" panose="02020603050405020304"/>
                        </a:rPr>
                        <a:t>useful</a:t>
                      </a:r>
                      <a:r>
                        <a:rPr sz="2400" dirty="0">
                          <a:latin typeface="Times New Roman" panose="02020603050405020304"/>
                          <a:cs typeface="Times New Roman" panose="02020603050405020304"/>
                        </a:rPr>
                        <a:t>	</a:t>
                      </a:r>
                      <a:r>
                        <a:rPr sz="2400" spc="-25" dirty="0">
                          <a:latin typeface="Times New Roman" panose="02020603050405020304"/>
                          <a:cs typeface="Times New Roman" panose="02020603050405020304"/>
                        </a:rPr>
                        <a:t>for </a:t>
                      </a:r>
                      <a:r>
                        <a:rPr sz="2400" dirty="0">
                          <a:latin typeface="Times New Roman" panose="02020603050405020304"/>
                          <a:cs typeface="Times New Roman" panose="02020603050405020304"/>
                        </a:rPr>
                        <a:t>cognitive</a:t>
                      </a:r>
                      <a:r>
                        <a:rPr sz="2400" spc="125" dirty="0">
                          <a:latin typeface="Times New Roman" panose="02020603050405020304"/>
                          <a:cs typeface="Times New Roman" panose="02020603050405020304"/>
                        </a:rPr>
                        <a:t> </a:t>
                      </a:r>
                      <a:r>
                        <a:rPr sz="2400" spc="-10" dirty="0">
                          <a:latin typeface="Times New Roman" panose="02020603050405020304"/>
                          <a:cs typeface="Times New Roman" panose="02020603050405020304"/>
                        </a:rPr>
                        <a:t>development.</a:t>
                      </a:r>
                      <a:endParaRPr sz="2400" dirty="0">
                        <a:latin typeface="Times New Roman" panose="02020603050405020304"/>
                        <a:cs typeface="Times New Roman" panose="02020603050405020304"/>
                      </a:endParaRPr>
                    </a:p>
                    <a:p>
                      <a:pPr marL="54610" marR="48260">
                        <a:lnSpc>
                          <a:spcPts val="3390"/>
                        </a:lnSpc>
                        <a:spcBef>
                          <a:spcPts val="155"/>
                        </a:spcBef>
                      </a:pPr>
                      <a:r>
                        <a:rPr sz="2400" dirty="0">
                          <a:latin typeface="Times New Roman" panose="02020603050405020304"/>
                          <a:cs typeface="Times New Roman" panose="02020603050405020304"/>
                        </a:rPr>
                        <a:t>It</a:t>
                      </a:r>
                      <a:r>
                        <a:rPr sz="2400" spc="285" dirty="0">
                          <a:latin typeface="Times New Roman" panose="02020603050405020304"/>
                          <a:cs typeface="Times New Roman" panose="02020603050405020304"/>
                        </a:rPr>
                        <a:t> </a:t>
                      </a:r>
                      <a:r>
                        <a:rPr sz="2400" dirty="0">
                          <a:latin typeface="Times New Roman" panose="02020603050405020304"/>
                          <a:cs typeface="Times New Roman" panose="02020603050405020304"/>
                        </a:rPr>
                        <a:t>should</a:t>
                      </a:r>
                      <a:r>
                        <a:rPr sz="2400" spc="295" dirty="0">
                          <a:latin typeface="Times New Roman" panose="02020603050405020304"/>
                          <a:cs typeface="Times New Roman" panose="02020603050405020304"/>
                        </a:rPr>
                        <a:t> </a:t>
                      </a:r>
                      <a:r>
                        <a:rPr sz="2400" dirty="0">
                          <a:latin typeface="Times New Roman" panose="02020603050405020304"/>
                          <a:cs typeface="Times New Roman" panose="02020603050405020304"/>
                        </a:rPr>
                        <a:t>be</a:t>
                      </a:r>
                      <a:r>
                        <a:rPr sz="2400" spc="285" dirty="0">
                          <a:latin typeface="Times New Roman" panose="02020603050405020304"/>
                          <a:cs typeface="Times New Roman" panose="02020603050405020304"/>
                        </a:rPr>
                        <a:t> </a:t>
                      </a:r>
                      <a:r>
                        <a:rPr sz="2400" dirty="0">
                          <a:latin typeface="Times New Roman" panose="02020603050405020304"/>
                          <a:cs typeface="Times New Roman" panose="02020603050405020304"/>
                        </a:rPr>
                        <a:t>useful</a:t>
                      </a:r>
                      <a:r>
                        <a:rPr sz="2400" spc="295" dirty="0">
                          <a:latin typeface="Times New Roman" panose="02020603050405020304"/>
                          <a:cs typeface="Times New Roman" panose="02020603050405020304"/>
                        </a:rPr>
                        <a:t> </a:t>
                      </a:r>
                      <a:r>
                        <a:rPr sz="2400" dirty="0">
                          <a:latin typeface="Times New Roman" panose="02020603050405020304"/>
                          <a:cs typeface="Times New Roman" panose="02020603050405020304"/>
                        </a:rPr>
                        <a:t>for</a:t>
                      </a:r>
                      <a:r>
                        <a:rPr sz="2400" spc="280" dirty="0">
                          <a:latin typeface="Times New Roman" panose="02020603050405020304"/>
                          <a:cs typeface="Times New Roman" panose="02020603050405020304"/>
                        </a:rPr>
                        <a:t> </a:t>
                      </a:r>
                      <a:r>
                        <a:rPr sz="2400" dirty="0">
                          <a:latin typeface="Times New Roman" panose="02020603050405020304"/>
                          <a:cs typeface="Times New Roman" panose="02020603050405020304"/>
                        </a:rPr>
                        <a:t>day</a:t>
                      </a:r>
                      <a:r>
                        <a:rPr sz="2400" spc="315" dirty="0">
                          <a:latin typeface="Times New Roman" panose="02020603050405020304"/>
                          <a:cs typeface="Times New Roman" panose="02020603050405020304"/>
                        </a:rPr>
                        <a:t> </a:t>
                      </a:r>
                      <a:r>
                        <a:rPr sz="2400" dirty="0">
                          <a:latin typeface="Times New Roman" panose="02020603050405020304"/>
                          <a:cs typeface="Times New Roman" panose="02020603050405020304"/>
                        </a:rPr>
                        <a:t>to</a:t>
                      </a:r>
                      <a:r>
                        <a:rPr sz="2400" spc="290" dirty="0">
                          <a:latin typeface="Times New Roman" panose="02020603050405020304"/>
                          <a:cs typeface="Times New Roman" panose="02020603050405020304"/>
                        </a:rPr>
                        <a:t> </a:t>
                      </a:r>
                      <a:r>
                        <a:rPr sz="2400" dirty="0">
                          <a:latin typeface="Times New Roman" panose="02020603050405020304"/>
                          <a:cs typeface="Times New Roman" panose="02020603050405020304"/>
                        </a:rPr>
                        <a:t>day</a:t>
                      </a:r>
                      <a:r>
                        <a:rPr sz="2400" spc="320" dirty="0">
                          <a:latin typeface="Times New Roman" panose="02020603050405020304"/>
                          <a:cs typeface="Times New Roman" panose="02020603050405020304"/>
                        </a:rPr>
                        <a:t> </a:t>
                      </a:r>
                      <a:r>
                        <a:rPr sz="2400" dirty="0">
                          <a:latin typeface="Times New Roman" panose="02020603050405020304"/>
                          <a:cs typeface="Times New Roman" panose="02020603050405020304"/>
                        </a:rPr>
                        <a:t>activities</a:t>
                      </a:r>
                      <a:r>
                        <a:rPr sz="2400" spc="315" dirty="0">
                          <a:latin typeface="Times New Roman" panose="02020603050405020304"/>
                          <a:cs typeface="Times New Roman" panose="02020603050405020304"/>
                        </a:rPr>
                        <a:t> </a:t>
                      </a:r>
                      <a:r>
                        <a:rPr sz="2400" spc="-25" dirty="0">
                          <a:latin typeface="Times New Roman" panose="02020603050405020304"/>
                          <a:cs typeface="Times New Roman" panose="02020603050405020304"/>
                        </a:rPr>
                        <a:t>and </a:t>
                      </a:r>
                      <a:r>
                        <a:rPr sz="2400" dirty="0">
                          <a:latin typeface="Times New Roman" panose="02020603050405020304"/>
                          <a:cs typeface="Times New Roman" panose="02020603050405020304"/>
                        </a:rPr>
                        <a:t>should</a:t>
                      </a:r>
                      <a:r>
                        <a:rPr sz="2400" spc="70" dirty="0">
                          <a:latin typeface="Times New Roman" panose="02020603050405020304"/>
                          <a:cs typeface="Times New Roman" panose="02020603050405020304"/>
                        </a:rPr>
                        <a:t> </a:t>
                      </a:r>
                      <a:r>
                        <a:rPr sz="2400" dirty="0">
                          <a:latin typeface="Times New Roman" panose="02020603050405020304"/>
                          <a:cs typeface="Times New Roman" panose="02020603050405020304"/>
                        </a:rPr>
                        <a:t>be</a:t>
                      </a:r>
                      <a:r>
                        <a:rPr sz="2400" spc="60" dirty="0">
                          <a:latin typeface="Times New Roman" panose="02020603050405020304"/>
                          <a:cs typeface="Times New Roman" panose="02020603050405020304"/>
                        </a:rPr>
                        <a:t> </a:t>
                      </a:r>
                      <a:r>
                        <a:rPr sz="2400" dirty="0">
                          <a:latin typeface="Times New Roman" panose="02020603050405020304"/>
                          <a:cs typeface="Times New Roman" panose="02020603050405020304"/>
                        </a:rPr>
                        <a:t>helpful</a:t>
                      </a:r>
                      <a:r>
                        <a:rPr sz="2400" spc="100" dirty="0">
                          <a:latin typeface="Times New Roman" panose="02020603050405020304"/>
                          <a:cs typeface="Times New Roman" panose="02020603050405020304"/>
                        </a:rPr>
                        <a:t> </a:t>
                      </a:r>
                      <a:r>
                        <a:rPr sz="2400" dirty="0">
                          <a:latin typeface="Times New Roman" panose="02020603050405020304"/>
                          <a:cs typeface="Times New Roman" panose="02020603050405020304"/>
                        </a:rPr>
                        <a:t>for</a:t>
                      </a:r>
                      <a:r>
                        <a:rPr sz="2400" spc="55" dirty="0">
                          <a:latin typeface="Times New Roman" panose="02020603050405020304"/>
                          <a:cs typeface="Times New Roman" panose="02020603050405020304"/>
                        </a:rPr>
                        <a:t> </a:t>
                      </a:r>
                      <a:r>
                        <a:rPr sz="2400" spc="-10" dirty="0">
                          <a:latin typeface="Times New Roman" panose="02020603050405020304"/>
                          <a:cs typeface="Times New Roman" panose="02020603050405020304"/>
                        </a:rPr>
                        <a:t>everyone.</a:t>
                      </a:r>
                      <a:endParaRPr sz="2400" dirty="0">
                        <a:latin typeface="Times New Roman" panose="02020603050405020304"/>
                        <a:cs typeface="Times New Roman" panose="02020603050405020304"/>
                      </a:endParaRPr>
                    </a:p>
                  </a:txBody>
                  <a:tcPr marL="0" marR="0" marT="9525" marB="0">
                    <a:lnL w="57150">
                      <a:solidFill>
                        <a:srgbClr val="FF00FF"/>
                      </a:solidFill>
                      <a:prstDash val="solid"/>
                    </a:lnL>
                    <a:lnR w="57150">
                      <a:solidFill>
                        <a:srgbClr val="FF00FF"/>
                      </a:solidFill>
                      <a:prstDash val="solid"/>
                    </a:lnR>
                    <a:lnT w="57150">
                      <a:solidFill>
                        <a:srgbClr val="FF00FF"/>
                      </a:solidFill>
                      <a:prstDash val="solid"/>
                    </a:lnT>
                    <a:lnB w="57150">
                      <a:solidFill>
                        <a:srgbClr val="FF00FF"/>
                      </a:solidFill>
                      <a:prstDash val="solid"/>
                    </a:lnB>
                  </a:tcPr>
                </a:tc>
                <a:extLst>
                  <a:ext uri="{0D108BD9-81ED-4DB2-BD59-A6C34878D82A}">
                    <a16:rowId xmlns:a16="http://schemas.microsoft.com/office/drawing/2014/main" val="10001"/>
                  </a:ext>
                </a:extLst>
              </a:tr>
              <a:tr h="787400">
                <a:tc>
                  <a:txBody>
                    <a:bodyPr/>
                    <a:lstStyle/>
                    <a:p>
                      <a:pPr marL="27305" algn="ctr">
                        <a:lnSpc>
                          <a:spcPct val="100000"/>
                        </a:lnSpc>
                        <a:spcBef>
                          <a:spcPts val="585"/>
                        </a:spcBef>
                      </a:pPr>
                      <a:r>
                        <a:rPr sz="2900" b="1" spc="-10" dirty="0">
                          <a:solidFill>
                            <a:srgbClr val="1154CC"/>
                          </a:solidFill>
                          <a:latin typeface="Calibri" panose="020F0502020204030204"/>
                          <a:cs typeface="Calibri" panose="020F0502020204030204"/>
                        </a:rPr>
                        <a:t>Issue</a:t>
                      </a:r>
                      <a:endParaRPr sz="2900">
                        <a:latin typeface="Calibri" panose="020F0502020204030204"/>
                        <a:cs typeface="Calibri" panose="020F0502020204030204"/>
                      </a:endParaRPr>
                    </a:p>
                  </a:txBody>
                  <a:tcPr marL="0" marR="0" marT="74295" marB="0">
                    <a:lnL w="57150">
                      <a:solidFill>
                        <a:srgbClr val="FF00FF"/>
                      </a:solidFill>
                      <a:prstDash val="solid"/>
                    </a:lnL>
                    <a:lnR w="57150">
                      <a:solidFill>
                        <a:srgbClr val="FF00FF"/>
                      </a:solidFill>
                      <a:prstDash val="solid"/>
                    </a:lnR>
                    <a:lnT w="57150">
                      <a:solidFill>
                        <a:srgbClr val="FF00FF"/>
                      </a:solidFill>
                      <a:prstDash val="solid"/>
                    </a:lnT>
                    <a:lnB w="57150">
                      <a:solidFill>
                        <a:srgbClr val="FF00FF"/>
                      </a:solidFill>
                      <a:prstDash val="solid"/>
                    </a:lnB>
                    <a:solidFill>
                      <a:srgbClr val="F8CA9C"/>
                    </a:solidFill>
                  </a:tcPr>
                </a:tc>
                <a:tc rowSpan="6">
                  <a:txBody>
                    <a:bodyPr/>
                    <a:lstStyle/>
                    <a:p>
                      <a:pPr>
                        <a:lnSpc>
                          <a:spcPct val="100000"/>
                        </a:lnSpc>
                      </a:pPr>
                      <a:endParaRPr sz="2400">
                        <a:latin typeface="Times New Roman" panose="02020603050405020304"/>
                        <a:cs typeface="Times New Roman" panose="02020603050405020304"/>
                      </a:endParaRPr>
                    </a:p>
                  </a:txBody>
                  <a:tcPr marL="0" marR="0" marT="0" marB="0">
                    <a:lnL w="57150">
                      <a:solidFill>
                        <a:srgbClr val="FF00FF"/>
                      </a:solidFill>
                      <a:prstDash val="solid"/>
                    </a:lnL>
                    <a:lnR w="57150">
                      <a:solidFill>
                        <a:srgbClr val="FF00FF"/>
                      </a:solidFill>
                      <a:prstDash val="solid"/>
                    </a:lnR>
                    <a:lnT w="57150">
                      <a:solidFill>
                        <a:srgbClr val="FF00FF"/>
                      </a:solidFill>
                      <a:prstDash val="solid"/>
                    </a:lnT>
                    <a:lnB w="57150">
                      <a:solidFill>
                        <a:srgbClr val="FF00FF"/>
                      </a:solidFill>
                      <a:prstDash val="solid"/>
                    </a:lnB>
                  </a:tcPr>
                </a:tc>
                <a:tc vMerge="1">
                  <a:txBody>
                    <a:bodyPr/>
                    <a:lstStyle/>
                    <a:p>
                      <a:endParaRPr lang="en-US"/>
                    </a:p>
                  </a:txBody>
                  <a:tcPr marL="0" marR="0" marT="9525" marB="0">
                    <a:lnL w="57150">
                      <a:solidFill>
                        <a:srgbClr val="FF00FF"/>
                      </a:solidFill>
                      <a:prstDash val="solid"/>
                    </a:lnL>
                    <a:lnR w="57150">
                      <a:solidFill>
                        <a:srgbClr val="FF00FF"/>
                      </a:solidFill>
                      <a:prstDash val="solid"/>
                    </a:lnR>
                    <a:lnT w="57150">
                      <a:solidFill>
                        <a:srgbClr val="FF00FF"/>
                      </a:solidFill>
                      <a:prstDash val="solid"/>
                    </a:lnT>
                    <a:lnB w="57150">
                      <a:solidFill>
                        <a:srgbClr val="FF00FF"/>
                      </a:solidFill>
                      <a:prstDash val="solid"/>
                    </a:lnB>
                  </a:tcPr>
                </a:tc>
                <a:extLst>
                  <a:ext uri="{0D108BD9-81ED-4DB2-BD59-A6C34878D82A}">
                    <a16:rowId xmlns:a16="http://schemas.microsoft.com/office/drawing/2014/main" val="10002"/>
                  </a:ext>
                </a:extLst>
              </a:tr>
              <a:tr h="1019175">
                <a:tc rowSpan="4">
                  <a:txBody>
                    <a:bodyPr/>
                    <a:lstStyle/>
                    <a:p>
                      <a:pPr>
                        <a:lnSpc>
                          <a:spcPct val="100000"/>
                        </a:lnSpc>
                        <a:spcBef>
                          <a:spcPts val="2185"/>
                        </a:spcBef>
                      </a:pPr>
                      <a:endParaRPr sz="2300" dirty="0">
                        <a:latin typeface="Times New Roman" panose="02020603050405020304"/>
                        <a:cs typeface="Times New Roman" panose="02020603050405020304"/>
                      </a:endParaRPr>
                    </a:p>
                    <a:p>
                      <a:pPr algn="just"/>
                      <a:r>
                        <a:rPr lang="en-US" sz="2400" dirty="0">
                          <a:latin typeface="Times New Roman" panose="02020603050405020304" pitchFamily="18" charset="0"/>
                          <a:cs typeface="Times New Roman" panose="02020603050405020304" pitchFamily="18" charset="0"/>
                        </a:rPr>
                        <a:t>Shopping malls are one of the most popular places for leisure activities, shopping, and entertainment, which attract a large number of people every day. With the increasing popularity of online shopping, stores have faced challenges to retain customers. As a result, shopping malls have been looking for innovative ways to</a:t>
                      </a:r>
                      <a:r>
                        <a:rPr lang="en-US" sz="2400" baseline="0" dirty="0">
                          <a:latin typeface="Times New Roman" panose="02020603050405020304" pitchFamily="18" charset="0"/>
                          <a:cs typeface="Times New Roman" panose="02020603050405020304" pitchFamily="18" charset="0"/>
                        </a:rPr>
                        <a:t> </a:t>
                      </a:r>
                      <a:r>
                        <a:rPr lang="en-US" sz="2400" dirty="0">
                          <a:latin typeface="Times New Roman" panose="02020603050405020304" pitchFamily="18" charset="0"/>
                          <a:cs typeface="Times New Roman" panose="02020603050405020304" pitchFamily="18" charset="0"/>
                        </a:rPr>
                        <a:t>provide more personalized shopping experience to attract and retain customers. One such solution is smart human following shopping trolleys.</a:t>
                      </a:r>
                    </a:p>
                  </a:txBody>
                  <a:tcPr marL="0" marR="0" marT="0" marB="0">
                    <a:lnL w="57150">
                      <a:solidFill>
                        <a:srgbClr val="FF00FF"/>
                      </a:solidFill>
                      <a:prstDash val="solid"/>
                    </a:lnL>
                    <a:lnR w="57150">
                      <a:solidFill>
                        <a:srgbClr val="FF00FF"/>
                      </a:solidFill>
                      <a:prstDash val="solid"/>
                    </a:lnR>
                    <a:lnT w="57150">
                      <a:solidFill>
                        <a:srgbClr val="FF00FF"/>
                      </a:solidFill>
                      <a:prstDash val="solid"/>
                    </a:lnT>
                    <a:lnB w="57150">
                      <a:solidFill>
                        <a:srgbClr val="FF00FF"/>
                      </a:solidFill>
                      <a:prstDash val="solid"/>
                    </a:lnB>
                  </a:tcPr>
                </a:tc>
                <a:tc vMerge="1">
                  <a:txBody>
                    <a:bodyPr/>
                    <a:lstStyle/>
                    <a:p>
                      <a:endParaRPr lang="en-US"/>
                    </a:p>
                  </a:txBody>
                  <a:tcPr marL="0" marR="0" marT="0" marB="0">
                    <a:lnL w="57150">
                      <a:solidFill>
                        <a:srgbClr val="FF00FF"/>
                      </a:solidFill>
                      <a:prstDash val="solid"/>
                    </a:lnL>
                    <a:lnR w="57150">
                      <a:solidFill>
                        <a:srgbClr val="FF00FF"/>
                      </a:solidFill>
                      <a:prstDash val="solid"/>
                    </a:lnR>
                    <a:lnT w="57150">
                      <a:solidFill>
                        <a:srgbClr val="FF00FF"/>
                      </a:solidFill>
                      <a:prstDash val="solid"/>
                    </a:lnT>
                    <a:lnB w="57150">
                      <a:solidFill>
                        <a:srgbClr val="FF00FF"/>
                      </a:solidFill>
                      <a:prstDash val="solid"/>
                    </a:lnB>
                  </a:tcPr>
                </a:tc>
                <a:tc vMerge="1">
                  <a:txBody>
                    <a:bodyPr/>
                    <a:lstStyle/>
                    <a:p>
                      <a:endParaRPr lang="en-US"/>
                    </a:p>
                  </a:txBody>
                  <a:tcPr marL="0" marR="0" marT="9525" marB="0">
                    <a:lnL w="57150">
                      <a:solidFill>
                        <a:srgbClr val="FF00FF"/>
                      </a:solidFill>
                      <a:prstDash val="solid"/>
                    </a:lnL>
                    <a:lnR w="57150">
                      <a:solidFill>
                        <a:srgbClr val="FF00FF"/>
                      </a:solidFill>
                      <a:prstDash val="solid"/>
                    </a:lnR>
                    <a:lnT w="57150">
                      <a:solidFill>
                        <a:srgbClr val="FF00FF"/>
                      </a:solidFill>
                      <a:prstDash val="solid"/>
                    </a:lnT>
                    <a:lnB w="57150">
                      <a:solidFill>
                        <a:srgbClr val="FF00FF"/>
                      </a:solidFill>
                      <a:prstDash val="solid"/>
                    </a:lnB>
                  </a:tcPr>
                </a:tc>
                <a:extLst>
                  <a:ext uri="{0D108BD9-81ED-4DB2-BD59-A6C34878D82A}">
                    <a16:rowId xmlns:a16="http://schemas.microsoft.com/office/drawing/2014/main" val="10003"/>
                  </a:ext>
                </a:extLst>
              </a:tr>
              <a:tr h="0">
                <a:tc vMerge="1">
                  <a:txBody>
                    <a:bodyPr/>
                    <a:lstStyle/>
                    <a:p>
                      <a:endParaRPr lang="en-US"/>
                    </a:p>
                  </a:txBody>
                  <a:tcPr marL="0" marR="0" marT="0" marB="0">
                    <a:lnL w="57150">
                      <a:solidFill>
                        <a:srgbClr val="FF00FF"/>
                      </a:solidFill>
                      <a:prstDash val="solid"/>
                    </a:lnL>
                    <a:lnR w="57150">
                      <a:solidFill>
                        <a:srgbClr val="FF00FF"/>
                      </a:solidFill>
                      <a:prstDash val="solid"/>
                    </a:lnR>
                    <a:lnT w="57150">
                      <a:solidFill>
                        <a:srgbClr val="FF00FF"/>
                      </a:solidFill>
                      <a:prstDash val="solid"/>
                    </a:lnT>
                    <a:lnB w="57150">
                      <a:solidFill>
                        <a:srgbClr val="FF00FF"/>
                      </a:solidFill>
                      <a:prstDash val="solid"/>
                    </a:lnB>
                  </a:tcPr>
                </a:tc>
                <a:tc vMerge="1">
                  <a:txBody>
                    <a:bodyPr/>
                    <a:lstStyle/>
                    <a:p>
                      <a:endParaRPr lang="en-US"/>
                    </a:p>
                  </a:txBody>
                  <a:tcPr marL="0" marR="0" marT="0" marB="0">
                    <a:lnL w="57150">
                      <a:solidFill>
                        <a:srgbClr val="FF00FF"/>
                      </a:solidFill>
                      <a:prstDash val="solid"/>
                    </a:lnL>
                    <a:lnR w="57150">
                      <a:solidFill>
                        <a:srgbClr val="FF00FF"/>
                      </a:solidFill>
                      <a:prstDash val="solid"/>
                    </a:lnR>
                    <a:lnT w="57150">
                      <a:solidFill>
                        <a:srgbClr val="FF00FF"/>
                      </a:solidFill>
                      <a:prstDash val="solid"/>
                    </a:lnT>
                    <a:lnB w="57150">
                      <a:solidFill>
                        <a:srgbClr val="FF00FF"/>
                      </a:solidFill>
                      <a:prstDash val="solid"/>
                    </a:lnB>
                  </a:tcPr>
                </a:tc>
                <a:tc>
                  <a:txBody>
                    <a:bodyPr/>
                    <a:lstStyle/>
                    <a:p>
                      <a:pPr>
                        <a:lnSpc>
                          <a:spcPct val="100000"/>
                        </a:lnSpc>
                      </a:pPr>
                      <a:endParaRPr sz="500">
                        <a:latin typeface="Times New Roman" panose="02020603050405020304"/>
                        <a:cs typeface="Times New Roman" panose="02020603050405020304"/>
                      </a:endParaRPr>
                    </a:p>
                  </a:txBody>
                  <a:tcPr marL="0" marR="0" marT="0" marB="0">
                    <a:lnT w="57150">
                      <a:solidFill>
                        <a:srgbClr val="FF00FF"/>
                      </a:solidFill>
                      <a:prstDash val="solid"/>
                    </a:lnT>
                    <a:lnB w="57150">
                      <a:solidFill>
                        <a:srgbClr val="FF00FF"/>
                      </a:solidFill>
                      <a:prstDash val="solid"/>
                    </a:lnB>
                  </a:tcPr>
                </a:tc>
                <a:extLst>
                  <a:ext uri="{0D108BD9-81ED-4DB2-BD59-A6C34878D82A}">
                    <a16:rowId xmlns:a16="http://schemas.microsoft.com/office/drawing/2014/main" val="10004"/>
                  </a:ext>
                </a:extLst>
              </a:tr>
              <a:tr h="607060">
                <a:tc vMerge="1">
                  <a:txBody>
                    <a:bodyPr/>
                    <a:lstStyle/>
                    <a:p>
                      <a:endParaRPr lang="en-US"/>
                    </a:p>
                  </a:txBody>
                  <a:tcPr marL="0" marR="0" marT="0" marB="0">
                    <a:lnL w="57150">
                      <a:solidFill>
                        <a:srgbClr val="FF00FF"/>
                      </a:solidFill>
                      <a:prstDash val="solid"/>
                    </a:lnL>
                    <a:lnR w="57150">
                      <a:solidFill>
                        <a:srgbClr val="FF00FF"/>
                      </a:solidFill>
                      <a:prstDash val="solid"/>
                    </a:lnR>
                    <a:lnT w="57150">
                      <a:solidFill>
                        <a:srgbClr val="FF00FF"/>
                      </a:solidFill>
                      <a:prstDash val="solid"/>
                    </a:lnT>
                    <a:lnB w="57150">
                      <a:solidFill>
                        <a:srgbClr val="FF00FF"/>
                      </a:solidFill>
                      <a:prstDash val="solid"/>
                    </a:lnB>
                  </a:tcPr>
                </a:tc>
                <a:tc vMerge="1">
                  <a:txBody>
                    <a:bodyPr/>
                    <a:lstStyle/>
                    <a:p>
                      <a:endParaRPr lang="en-US"/>
                    </a:p>
                  </a:txBody>
                  <a:tcPr marL="0" marR="0" marT="0" marB="0">
                    <a:lnL w="57150">
                      <a:solidFill>
                        <a:srgbClr val="FF00FF"/>
                      </a:solidFill>
                      <a:prstDash val="solid"/>
                    </a:lnL>
                    <a:lnR w="57150">
                      <a:solidFill>
                        <a:srgbClr val="FF00FF"/>
                      </a:solidFill>
                      <a:prstDash val="solid"/>
                    </a:lnR>
                    <a:lnT w="57150">
                      <a:solidFill>
                        <a:srgbClr val="FF00FF"/>
                      </a:solidFill>
                      <a:prstDash val="solid"/>
                    </a:lnT>
                    <a:lnB w="57150">
                      <a:solidFill>
                        <a:srgbClr val="FF00FF"/>
                      </a:solidFill>
                      <a:prstDash val="solid"/>
                    </a:lnB>
                  </a:tcPr>
                </a:tc>
                <a:tc>
                  <a:txBody>
                    <a:bodyPr/>
                    <a:lstStyle/>
                    <a:p>
                      <a:pPr marL="2540" algn="ctr">
                        <a:lnSpc>
                          <a:spcPct val="100000"/>
                        </a:lnSpc>
                        <a:spcBef>
                          <a:spcPts val="635"/>
                        </a:spcBef>
                      </a:pPr>
                      <a:r>
                        <a:rPr sz="2950" b="1" dirty="0">
                          <a:solidFill>
                            <a:srgbClr val="1154CC"/>
                          </a:solidFill>
                          <a:latin typeface="Calibri" panose="020F0502020204030204"/>
                          <a:cs typeface="Calibri" panose="020F0502020204030204"/>
                        </a:rPr>
                        <a:t>Gaps</a:t>
                      </a:r>
                      <a:r>
                        <a:rPr sz="2950" b="1" spc="35" dirty="0">
                          <a:solidFill>
                            <a:srgbClr val="1154CC"/>
                          </a:solidFill>
                          <a:latin typeface="Calibri" panose="020F0502020204030204"/>
                          <a:cs typeface="Calibri" panose="020F0502020204030204"/>
                        </a:rPr>
                        <a:t> </a:t>
                      </a:r>
                      <a:r>
                        <a:rPr sz="2950" b="1" dirty="0">
                          <a:solidFill>
                            <a:srgbClr val="1154CC"/>
                          </a:solidFill>
                          <a:latin typeface="Calibri" panose="020F0502020204030204"/>
                          <a:cs typeface="Calibri" panose="020F0502020204030204"/>
                        </a:rPr>
                        <a:t>in</a:t>
                      </a:r>
                      <a:r>
                        <a:rPr sz="2950" b="1" spc="35" dirty="0">
                          <a:solidFill>
                            <a:srgbClr val="1154CC"/>
                          </a:solidFill>
                          <a:latin typeface="Calibri" panose="020F0502020204030204"/>
                          <a:cs typeface="Calibri" panose="020F0502020204030204"/>
                        </a:rPr>
                        <a:t> </a:t>
                      </a:r>
                      <a:r>
                        <a:rPr sz="2950" b="1" dirty="0">
                          <a:solidFill>
                            <a:srgbClr val="1154CC"/>
                          </a:solidFill>
                          <a:latin typeface="Calibri" panose="020F0502020204030204"/>
                          <a:cs typeface="Calibri" panose="020F0502020204030204"/>
                        </a:rPr>
                        <a:t>the</a:t>
                      </a:r>
                      <a:r>
                        <a:rPr sz="2950" b="1" spc="45" dirty="0">
                          <a:solidFill>
                            <a:srgbClr val="1154CC"/>
                          </a:solidFill>
                          <a:latin typeface="Calibri" panose="020F0502020204030204"/>
                          <a:cs typeface="Calibri" panose="020F0502020204030204"/>
                        </a:rPr>
                        <a:t> </a:t>
                      </a:r>
                      <a:r>
                        <a:rPr sz="2950" b="1" dirty="0">
                          <a:solidFill>
                            <a:srgbClr val="1154CC"/>
                          </a:solidFill>
                          <a:latin typeface="Calibri" panose="020F0502020204030204"/>
                          <a:cs typeface="Calibri" panose="020F0502020204030204"/>
                        </a:rPr>
                        <a:t>existing</a:t>
                      </a:r>
                      <a:r>
                        <a:rPr sz="2950" b="1" spc="-10" dirty="0">
                          <a:solidFill>
                            <a:srgbClr val="1154CC"/>
                          </a:solidFill>
                          <a:latin typeface="Calibri" panose="020F0502020204030204"/>
                          <a:cs typeface="Calibri" panose="020F0502020204030204"/>
                        </a:rPr>
                        <a:t> system</a:t>
                      </a:r>
                      <a:endParaRPr sz="2950">
                        <a:latin typeface="Calibri" panose="020F0502020204030204"/>
                        <a:cs typeface="Calibri" panose="020F0502020204030204"/>
                      </a:endParaRPr>
                    </a:p>
                  </a:txBody>
                  <a:tcPr marL="0" marR="0" marT="80645" marB="0">
                    <a:lnL w="57150">
                      <a:solidFill>
                        <a:srgbClr val="FF00FF"/>
                      </a:solidFill>
                      <a:prstDash val="solid"/>
                    </a:lnL>
                    <a:lnR w="57150">
                      <a:solidFill>
                        <a:srgbClr val="FF00FF"/>
                      </a:solidFill>
                      <a:prstDash val="solid"/>
                    </a:lnR>
                    <a:lnT w="57150">
                      <a:solidFill>
                        <a:srgbClr val="FF00FF"/>
                      </a:solidFill>
                      <a:prstDash val="solid"/>
                    </a:lnT>
                    <a:lnB w="57150">
                      <a:solidFill>
                        <a:srgbClr val="FF00FF"/>
                      </a:solidFill>
                      <a:prstDash val="solid"/>
                    </a:lnB>
                    <a:solidFill>
                      <a:srgbClr val="F8CA9C"/>
                    </a:solidFill>
                  </a:tcPr>
                </a:tc>
                <a:extLst>
                  <a:ext uri="{0D108BD9-81ED-4DB2-BD59-A6C34878D82A}">
                    <a16:rowId xmlns:a16="http://schemas.microsoft.com/office/drawing/2014/main" val="10005"/>
                  </a:ext>
                </a:extLst>
              </a:tr>
              <a:tr h="2197735">
                <a:tc vMerge="1">
                  <a:txBody>
                    <a:bodyPr/>
                    <a:lstStyle/>
                    <a:p>
                      <a:endParaRPr lang="en-US"/>
                    </a:p>
                  </a:txBody>
                  <a:tcPr marL="0" marR="0" marT="0" marB="0">
                    <a:lnL w="57150">
                      <a:solidFill>
                        <a:srgbClr val="FF00FF"/>
                      </a:solidFill>
                      <a:prstDash val="solid"/>
                    </a:lnL>
                    <a:lnR w="57150">
                      <a:solidFill>
                        <a:srgbClr val="FF00FF"/>
                      </a:solidFill>
                      <a:prstDash val="solid"/>
                    </a:lnR>
                    <a:lnT w="57150">
                      <a:solidFill>
                        <a:srgbClr val="FF00FF"/>
                      </a:solidFill>
                      <a:prstDash val="solid"/>
                    </a:lnT>
                    <a:lnB w="57150">
                      <a:solidFill>
                        <a:srgbClr val="FF00FF"/>
                      </a:solidFill>
                      <a:prstDash val="solid"/>
                    </a:lnB>
                  </a:tcPr>
                </a:tc>
                <a:tc vMerge="1">
                  <a:txBody>
                    <a:bodyPr/>
                    <a:lstStyle/>
                    <a:p>
                      <a:endParaRPr lang="en-US"/>
                    </a:p>
                  </a:txBody>
                  <a:tcPr marL="0" marR="0" marT="0" marB="0">
                    <a:lnL w="57150">
                      <a:solidFill>
                        <a:srgbClr val="FF00FF"/>
                      </a:solidFill>
                      <a:prstDash val="solid"/>
                    </a:lnL>
                    <a:lnR w="57150">
                      <a:solidFill>
                        <a:srgbClr val="FF00FF"/>
                      </a:solidFill>
                      <a:prstDash val="solid"/>
                    </a:lnR>
                    <a:lnT w="57150">
                      <a:solidFill>
                        <a:srgbClr val="FF00FF"/>
                      </a:solidFill>
                      <a:prstDash val="solid"/>
                    </a:lnT>
                    <a:lnB w="57150">
                      <a:solidFill>
                        <a:srgbClr val="FF00FF"/>
                      </a:solidFill>
                      <a:prstDash val="solid"/>
                    </a:lnB>
                  </a:tcPr>
                </a:tc>
                <a:tc>
                  <a:txBody>
                    <a:bodyPr/>
                    <a:lstStyle/>
                    <a:p>
                      <a:pPr marL="342900" lvl="0" indent="-342900" algn="just" fontAlgn="base">
                        <a:lnSpc>
                          <a:spcPts val="3000"/>
                        </a:lnSpc>
                        <a:spcBef>
                          <a:spcPct val="0"/>
                        </a:spcBef>
                        <a:spcAft>
                          <a:spcPct val="0"/>
                        </a:spcAft>
                        <a:buFont typeface="+mj-lt"/>
                        <a:buAutoNum type="arabicPeriod"/>
                      </a:pPr>
                      <a:r>
                        <a:rPr lang="en-US" sz="2400" dirty="0">
                          <a:latin typeface="Times New Roman" panose="02020603050405020304" pitchFamily="18" charset="0"/>
                          <a:cs typeface="Times New Roman" panose="02020603050405020304" pitchFamily="18" charset="0"/>
                        </a:rPr>
                        <a:t>Inaccurate</a:t>
                      </a:r>
                      <a:r>
                        <a:rPr lang="en-US" sz="2400" baseline="0" dirty="0">
                          <a:latin typeface="Times New Roman" panose="02020603050405020304" pitchFamily="18" charset="0"/>
                          <a:cs typeface="Times New Roman" panose="02020603050405020304" pitchFamily="18" charset="0"/>
                        </a:rPr>
                        <a:t> </a:t>
                      </a:r>
                      <a:r>
                        <a:rPr lang="en-US" sz="2400" dirty="0">
                          <a:latin typeface="Times New Roman" panose="02020603050405020304" pitchFamily="18" charset="0"/>
                          <a:cs typeface="Times New Roman" panose="02020603050405020304" pitchFamily="18" charset="0"/>
                        </a:rPr>
                        <a:t>Scanning &amp; Checkout issues. High Cost &amp; Maintenance.</a:t>
                      </a:r>
                    </a:p>
                    <a:p>
                      <a:pPr marL="342900" lvl="0" indent="-342900" algn="just" fontAlgn="base">
                        <a:lnSpc>
                          <a:spcPts val="3000"/>
                        </a:lnSpc>
                        <a:spcBef>
                          <a:spcPct val="0"/>
                        </a:spcBef>
                        <a:spcAft>
                          <a:spcPct val="0"/>
                        </a:spcAft>
                        <a:buFont typeface="+mj-lt"/>
                        <a:buAutoNum type="arabicPeriod"/>
                      </a:pPr>
                      <a:r>
                        <a:rPr lang="en-US" sz="2400" dirty="0">
                          <a:latin typeface="Times New Roman" panose="02020603050405020304" pitchFamily="18" charset="0"/>
                          <a:cs typeface="Times New Roman" panose="02020603050405020304" pitchFamily="18" charset="0"/>
                        </a:rPr>
                        <a:t>Limited Navigation &amp; User Assistance. Theft Prevention Challenges.</a:t>
                      </a:r>
                    </a:p>
                    <a:p>
                      <a:pPr marL="342900" lvl="0" indent="-342900" algn="just" fontAlgn="base">
                        <a:lnSpc>
                          <a:spcPts val="3000"/>
                        </a:lnSpc>
                        <a:spcBef>
                          <a:spcPct val="0"/>
                        </a:spcBef>
                        <a:spcAft>
                          <a:spcPct val="0"/>
                        </a:spcAft>
                        <a:buFont typeface="+mj-lt"/>
                        <a:buAutoNum type="arabicPeriod"/>
                      </a:pPr>
                      <a:r>
                        <a:rPr lang="en-US" sz="2400" dirty="0">
                          <a:latin typeface="Times New Roman" panose="02020603050405020304" pitchFamily="18" charset="0"/>
                          <a:cs typeface="Times New Roman" panose="02020603050405020304" pitchFamily="18" charset="0"/>
                        </a:rPr>
                        <a:t>Limited Adaptability to Different Shopping Environments. Short Battery Life &amp;Charging Infrastructure.</a:t>
                      </a:r>
                    </a:p>
                  </a:txBody>
                  <a:tcPr marL="0" marR="0" marT="50800" marB="0">
                    <a:lnL w="57150">
                      <a:solidFill>
                        <a:srgbClr val="FF00FF"/>
                      </a:solidFill>
                      <a:prstDash val="solid"/>
                    </a:lnL>
                    <a:lnR w="57150">
                      <a:solidFill>
                        <a:srgbClr val="FF00FF"/>
                      </a:solidFill>
                      <a:prstDash val="solid"/>
                    </a:lnR>
                    <a:lnT w="57150">
                      <a:solidFill>
                        <a:srgbClr val="FF00FF"/>
                      </a:solidFill>
                      <a:prstDash val="solid"/>
                    </a:lnT>
                    <a:lnB w="57150">
                      <a:solidFill>
                        <a:srgbClr val="FF00FF"/>
                      </a:solidFill>
                      <a:prstDash val="solid"/>
                    </a:lnB>
                  </a:tcPr>
                </a:tc>
                <a:extLst>
                  <a:ext uri="{0D108BD9-81ED-4DB2-BD59-A6C34878D82A}">
                    <a16:rowId xmlns:a16="http://schemas.microsoft.com/office/drawing/2014/main" val="10006"/>
                  </a:ext>
                </a:extLst>
              </a:tr>
              <a:tr h="0">
                <a:tc>
                  <a:txBody>
                    <a:bodyPr/>
                    <a:lstStyle/>
                    <a:p>
                      <a:pPr>
                        <a:lnSpc>
                          <a:spcPct val="100000"/>
                        </a:lnSpc>
                      </a:pPr>
                      <a:endParaRPr sz="500">
                        <a:latin typeface="Times New Roman" panose="02020603050405020304"/>
                        <a:cs typeface="Times New Roman" panose="02020603050405020304"/>
                      </a:endParaRPr>
                    </a:p>
                  </a:txBody>
                  <a:tcPr marL="0" marR="0" marT="0" marB="0">
                    <a:lnT w="57150">
                      <a:solidFill>
                        <a:srgbClr val="FF00FF"/>
                      </a:solidFill>
                      <a:prstDash val="solid"/>
                    </a:lnT>
                    <a:lnB w="57150">
                      <a:solidFill>
                        <a:srgbClr val="FF00FF"/>
                      </a:solidFill>
                      <a:prstDash val="solid"/>
                    </a:lnB>
                  </a:tcPr>
                </a:tc>
                <a:tc vMerge="1">
                  <a:txBody>
                    <a:bodyPr/>
                    <a:lstStyle/>
                    <a:p>
                      <a:endParaRPr lang="en-US"/>
                    </a:p>
                  </a:txBody>
                  <a:tcPr marL="0" marR="0" marT="0" marB="0">
                    <a:lnL w="57150">
                      <a:solidFill>
                        <a:srgbClr val="FF00FF"/>
                      </a:solidFill>
                      <a:prstDash val="solid"/>
                    </a:lnL>
                    <a:lnR w="57150">
                      <a:solidFill>
                        <a:srgbClr val="FF00FF"/>
                      </a:solidFill>
                      <a:prstDash val="solid"/>
                    </a:lnR>
                    <a:lnT w="57150">
                      <a:solidFill>
                        <a:srgbClr val="FF00FF"/>
                      </a:solidFill>
                      <a:prstDash val="solid"/>
                    </a:lnT>
                    <a:lnB w="57150">
                      <a:solidFill>
                        <a:srgbClr val="FF00FF"/>
                      </a:solidFill>
                      <a:prstDash val="solid"/>
                    </a:lnB>
                  </a:tcPr>
                </a:tc>
                <a:tc>
                  <a:txBody>
                    <a:bodyPr/>
                    <a:lstStyle/>
                    <a:p>
                      <a:pPr>
                        <a:lnSpc>
                          <a:spcPct val="100000"/>
                        </a:lnSpc>
                      </a:pPr>
                      <a:endParaRPr sz="500">
                        <a:latin typeface="Times New Roman" panose="02020603050405020304"/>
                        <a:cs typeface="Times New Roman" panose="02020603050405020304"/>
                      </a:endParaRPr>
                    </a:p>
                  </a:txBody>
                  <a:tcPr marL="0" marR="0" marT="0" marB="0">
                    <a:lnT w="57150">
                      <a:solidFill>
                        <a:srgbClr val="FF00FF"/>
                      </a:solidFill>
                      <a:prstDash val="solid"/>
                    </a:lnT>
                    <a:lnB w="57150">
                      <a:solidFill>
                        <a:srgbClr val="FF00FF"/>
                      </a:solidFill>
                      <a:prstDash val="solid"/>
                    </a:lnB>
                  </a:tcPr>
                </a:tc>
                <a:extLst>
                  <a:ext uri="{0D108BD9-81ED-4DB2-BD59-A6C34878D82A}">
                    <a16:rowId xmlns:a16="http://schemas.microsoft.com/office/drawing/2014/main" val="10007"/>
                  </a:ext>
                </a:extLst>
              </a:tr>
              <a:tr h="631190">
                <a:tc gridSpan="3">
                  <a:txBody>
                    <a:bodyPr/>
                    <a:lstStyle/>
                    <a:p>
                      <a:pPr algn="ctr">
                        <a:lnSpc>
                          <a:spcPct val="100000"/>
                        </a:lnSpc>
                        <a:spcBef>
                          <a:spcPts val="595"/>
                        </a:spcBef>
                      </a:pPr>
                      <a:r>
                        <a:rPr sz="2900" b="1" spc="-10" dirty="0">
                          <a:solidFill>
                            <a:srgbClr val="1154CC"/>
                          </a:solidFill>
                          <a:latin typeface="Calibri" panose="020F0502020204030204"/>
                          <a:cs typeface="Calibri" panose="020F0502020204030204"/>
                        </a:rPr>
                        <a:t>Methodology</a:t>
                      </a:r>
                      <a:endParaRPr sz="2900">
                        <a:latin typeface="Calibri" panose="020F0502020204030204"/>
                        <a:cs typeface="Calibri" panose="020F0502020204030204"/>
                      </a:endParaRPr>
                    </a:p>
                  </a:txBody>
                  <a:tcPr marL="0" marR="0" marT="75565" marB="0">
                    <a:lnL w="57150">
                      <a:solidFill>
                        <a:srgbClr val="FF00FF"/>
                      </a:solidFill>
                      <a:prstDash val="solid"/>
                    </a:lnL>
                    <a:lnR w="57150">
                      <a:solidFill>
                        <a:srgbClr val="FF00FF"/>
                      </a:solidFill>
                      <a:prstDash val="solid"/>
                    </a:lnR>
                    <a:lnT w="57150">
                      <a:solidFill>
                        <a:srgbClr val="FF00FF"/>
                      </a:solidFill>
                      <a:prstDash val="solid"/>
                    </a:lnT>
                    <a:lnB w="57150">
                      <a:solidFill>
                        <a:srgbClr val="FF00FF"/>
                      </a:solidFill>
                      <a:prstDash val="solid"/>
                    </a:lnB>
                    <a:solidFill>
                      <a:srgbClr val="F8CA9C"/>
                    </a:solidFill>
                  </a:tcPr>
                </a:tc>
                <a:tc hMerge="1">
                  <a:txBody>
                    <a:bodyPr/>
                    <a:lstStyle/>
                    <a:p>
                      <a:endParaRPr lang="en-US"/>
                    </a:p>
                  </a:txBody>
                  <a:tcPr marL="0" marR="0" marT="0" marB="0"/>
                </a:tc>
                <a:tc hMerge="1">
                  <a:txBody>
                    <a:bodyPr/>
                    <a:lstStyle/>
                    <a:p>
                      <a:endParaRPr lang="en-US"/>
                    </a:p>
                  </a:txBody>
                  <a:tcPr marL="0" marR="0" marT="0" marB="0"/>
                </a:tc>
                <a:extLst>
                  <a:ext uri="{0D108BD9-81ED-4DB2-BD59-A6C34878D82A}">
                    <a16:rowId xmlns:a16="http://schemas.microsoft.com/office/drawing/2014/main" val="10008"/>
                  </a:ext>
                </a:extLst>
              </a:tr>
              <a:tr h="5299075">
                <a:tc>
                  <a:txBody>
                    <a:bodyPr/>
                    <a:lstStyle/>
                    <a:p>
                      <a:pPr>
                        <a:lnSpc>
                          <a:spcPct val="100000"/>
                        </a:lnSpc>
                      </a:pPr>
                      <a:endParaRPr sz="2400" dirty="0">
                        <a:latin typeface="Times New Roman" panose="02020603050405020304"/>
                        <a:cs typeface="Times New Roman" panose="02020603050405020304"/>
                      </a:endParaRPr>
                    </a:p>
                  </a:txBody>
                  <a:tcPr marL="0" marR="0" marT="0" marB="0">
                    <a:lnL w="57150">
                      <a:solidFill>
                        <a:srgbClr val="FF00FF"/>
                      </a:solidFill>
                      <a:prstDash val="solid"/>
                    </a:lnL>
                    <a:lnR w="57150">
                      <a:solidFill>
                        <a:srgbClr val="FF00FF"/>
                      </a:solidFill>
                      <a:prstDash val="solid"/>
                    </a:lnR>
                    <a:lnT w="57150">
                      <a:solidFill>
                        <a:srgbClr val="FF00FF"/>
                      </a:solidFill>
                      <a:prstDash val="solid"/>
                    </a:lnT>
                    <a:lnB w="57150">
                      <a:solidFill>
                        <a:srgbClr val="FF00FF"/>
                      </a:solidFill>
                      <a:prstDash val="solid"/>
                    </a:lnB>
                  </a:tcPr>
                </a:tc>
                <a:tc gridSpan="2">
                  <a:txBody>
                    <a:bodyPr/>
                    <a:lstStyle/>
                    <a:p>
                      <a:pPr marL="38735" marR="36830" algn="just">
                        <a:lnSpc>
                          <a:spcPct val="117000"/>
                        </a:lnSpc>
                        <a:spcBef>
                          <a:spcPts val="100"/>
                        </a:spcBef>
                      </a:pPr>
                      <a:r>
                        <a:rPr lang="en-US" sz="2300" dirty="0">
                          <a:latin typeface="Times New Roman" panose="02020603050405020304"/>
                          <a:cs typeface="Times New Roman" panose="02020603050405020304"/>
                        </a:rPr>
                        <a:t>The methodology of an Auto Shop Cart involves designing and planning the cart to meet specific requirements, selecting durable materials, manufacturing and deploying and maintaining the cart. Key considerations include mobility, storage capacity, and durability to ensure the cart can withstand the demands of the auto shop environment and improve efficiency and productivity. By following this methodology, an Auto Shop Cart can be built to meet the unique needs of the shop, providing a practical and effective solution for storing and transporting tools and equipment.</a:t>
                      </a:r>
                      <a:endParaRPr sz="2300" dirty="0">
                        <a:latin typeface="Times New Roman" panose="02020603050405020304"/>
                        <a:cs typeface="Times New Roman" panose="02020603050405020304"/>
                      </a:endParaRPr>
                    </a:p>
                  </a:txBody>
                  <a:tcPr marL="0" marR="0" marT="12700" marB="0">
                    <a:lnL w="57150">
                      <a:solidFill>
                        <a:srgbClr val="FF00FF"/>
                      </a:solidFill>
                      <a:prstDash val="solid"/>
                    </a:lnL>
                    <a:lnR w="57150">
                      <a:solidFill>
                        <a:srgbClr val="FF00FF"/>
                      </a:solidFill>
                      <a:prstDash val="solid"/>
                    </a:lnR>
                    <a:lnT w="57150">
                      <a:solidFill>
                        <a:srgbClr val="FF00FF"/>
                      </a:solidFill>
                      <a:prstDash val="solid"/>
                    </a:lnT>
                    <a:lnB w="57150">
                      <a:solidFill>
                        <a:srgbClr val="FF00FF"/>
                      </a:solidFill>
                      <a:prstDash val="solid"/>
                    </a:lnB>
                  </a:tcPr>
                </a:tc>
                <a:tc hMerge="1">
                  <a:txBody>
                    <a:bodyPr/>
                    <a:lstStyle/>
                    <a:p>
                      <a:endParaRPr lang="en-US"/>
                    </a:p>
                  </a:txBody>
                  <a:tcPr marL="0" marR="0" marT="0" marB="0"/>
                </a:tc>
                <a:extLst>
                  <a:ext uri="{0D108BD9-81ED-4DB2-BD59-A6C34878D82A}">
                    <a16:rowId xmlns:a16="http://schemas.microsoft.com/office/drawing/2014/main" val="10009"/>
                  </a:ext>
                </a:extLst>
              </a:tr>
            </a:tbl>
          </a:graphicData>
        </a:graphic>
      </p:graphicFrame>
      <p:pic>
        <p:nvPicPr>
          <p:cNvPr id="21" name="Picture 20">
            <a:extLst>
              <a:ext uri="{FF2B5EF4-FFF2-40B4-BE49-F238E27FC236}">
                <a16:creationId xmlns:a16="http://schemas.microsoft.com/office/drawing/2014/main" id="{DEE85F69-946E-B2D6-A577-848B0C4A8D42}"/>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84059" y="14948594"/>
            <a:ext cx="5807671" cy="4828957"/>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36</TotalTime>
  <Words>430</Words>
  <Application>Microsoft Office PowerPoint</Application>
  <PresentationFormat>Custom</PresentationFormat>
  <Paragraphs>36</Paragraphs>
  <Slides>1</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vt:i4>
      </vt:variant>
    </vt:vector>
  </HeadingPairs>
  <TitlesOfParts>
    <vt:vector size="5" baseType="lpstr">
      <vt:lpstr>Arial MT</vt:lpstr>
      <vt:lpstr>Calibri</vt:lpstr>
      <vt:lpstr>Times New Roman</vt:lpstr>
      <vt:lpstr>Office Theme</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Jakka Nikhil</dc:creator>
  <cp:lastModifiedBy>Pranith Pss</cp:lastModifiedBy>
  <cp:revision>7</cp:revision>
  <dcterms:created xsi:type="dcterms:W3CDTF">2024-11-12T09:13:00Z</dcterms:created>
  <dcterms:modified xsi:type="dcterms:W3CDTF">2025-06-14T05:41:03Z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2024-07-09T05:30:00Z</vt:filetime>
  </property>
  <property fmtid="{D5CDD505-2E9C-101B-9397-08002B2CF9AE}" pid="3" name="LastSaved">
    <vt:filetime>2024-11-12T05:30:00Z</vt:filetime>
  </property>
  <property fmtid="{D5CDD505-2E9C-101B-9397-08002B2CF9AE}" pid="4" name="ICV">
    <vt:lpwstr>9A95E168AAFC48628755E10BDCB9E1DC_12</vt:lpwstr>
  </property>
  <property fmtid="{D5CDD505-2E9C-101B-9397-08002B2CF9AE}" pid="5" name="KSOProductBuildVer">
    <vt:lpwstr>1033-12.2.0.20795</vt:lpwstr>
  </property>
</Properties>
</file>